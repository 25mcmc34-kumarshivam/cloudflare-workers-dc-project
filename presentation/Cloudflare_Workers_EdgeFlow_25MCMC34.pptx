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0da1f88c014917" /><Relationship Type="http://schemas.openxmlformats.org/officeDocument/2006/relationships/extended-properties" Target="/docProps/app.xml" Id="Rf627e77bce0d4761" /><Relationship Type="http://schemas.openxmlformats.org/officeDocument/2006/relationships/officeDocument" Target="/ppt/presentation.xml" Id="R5fe010e5d8b642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d54b9756f04d4f"/>
  </p:sldMasterIdLst>
  <p:notesMasterIdLst>
    <p:notesMasterId xmlns:r="http://schemas.openxmlformats.org/officeDocument/2006/relationships" r:id="R85a6b2b072484770"/>
  </p:notesMasterIdLst>
  <p:sldIdLst>
    <p:sldId xmlns:r="http://schemas.openxmlformats.org/officeDocument/2006/relationships" id="256" r:id="R275b4b4b04e44c1b"/>
    <p:sldId xmlns:r="http://schemas.openxmlformats.org/officeDocument/2006/relationships" id="257" r:id="R09964e6db6aa4ca7"/>
    <p:sldId xmlns:r="http://schemas.openxmlformats.org/officeDocument/2006/relationships" id="258" r:id="R4eb371fcff774b17"/>
    <p:sldId xmlns:r="http://schemas.openxmlformats.org/officeDocument/2006/relationships" id="259" r:id="R0c4608b2ca67486e"/>
    <p:sldId xmlns:r="http://schemas.openxmlformats.org/officeDocument/2006/relationships" id="260" r:id="R41f8bae6c6634ebb"/>
    <p:sldId xmlns:r="http://schemas.openxmlformats.org/officeDocument/2006/relationships" id="261" r:id="R9fced97bc86c4ed5"/>
    <p:sldId xmlns:r="http://schemas.openxmlformats.org/officeDocument/2006/relationships" id="262" r:id="R1de5e6eecb814c5b"/>
    <p:sldId xmlns:r="http://schemas.openxmlformats.org/officeDocument/2006/relationships" id="263" r:id="Rb8d0594b45484687"/>
    <p:sldId xmlns:r="http://schemas.openxmlformats.org/officeDocument/2006/relationships" id="264" r:id="R61b5697e6c2248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c40e66e25e4898" /><Relationship Type="http://schemas.openxmlformats.org/officeDocument/2006/relationships/slideMaster" Target="/ppt/slideMasters/slideMaster1.xml" Id="Rdad54b9756f04d4f" /><Relationship Type="http://schemas.openxmlformats.org/officeDocument/2006/relationships/notesMaster" Target="/ppt/notesMasters/notesMaster1.xml" Id="R85a6b2b072484770" /><Relationship Type="http://schemas.openxmlformats.org/officeDocument/2006/relationships/presProps" Target="/ppt/presProps.xml" Id="R2e2f54bb73b94779" /><Relationship Type="http://schemas.openxmlformats.org/officeDocument/2006/relationships/tableStyles" Target="/ppt/tableStyles.xml" Id="Re8f5300c518e4cf8" /><Relationship Type="http://schemas.openxmlformats.org/officeDocument/2006/relationships/slide" Target="/ppt/slides/slide1.xml" Id="R275b4b4b04e44c1b" /><Relationship Type="http://schemas.openxmlformats.org/officeDocument/2006/relationships/slide" Target="/ppt/slides/slide2.xml" Id="R09964e6db6aa4ca7" /><Relationship Type="http://schemas.openxmlformats.org/officeDocument/2006/relationships/slide" Target="/ppt/slides/slide3.xml" Id="R4eb371fcff774b17" /><Relationship Type="http://schemas.openxmlformats.org/officeDocument/2006/relationships/slide" Target="/ppt/slides/slide4.xml" Id="R0c4608b2ca67486e" /><Relationship Type="http://schemas.openxmlformats.org/officeDocument/2006/relationships/slide" Target="/ppt/slides/slide5.xml" Id="R41f8bae6c6634ebb" /><Relationship Type="http://schemas.openxmlformats.org/officeDocument/2006/relationships/slide" Target="/ppt/slides/slide6.xml" Id="R9fced97bc86c4ed5" /><Relationship Type="http://schemas.openxmlformats.org/officeDocument/2006/relationships/slide" Target="/ppt/slides/slide7.xml" Id="R1de5e6eecb814c5b" /><Relationship Type="http://schemas.openxmlformats.org/officeDocument/2006/relationships/slide" Target="/ppt/slides/slide8.xml" Id="Rb8d0594b45484687" /><Relationship Type="http://schemas.openxmlformats.org/officeDocument/2006/relationships/slide" Target="/ppt/slides/slide9.xml" Id="R61b5697e6c2248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105331084d45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d8d313595f4410" /><Relationship Type="http://schemas.openxmlformats.org/officeDocument/2006/relationships/notesMaster" Target="/ppt/notesMasters/notesMaster1.xml" Id="R7fd751d6325844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f1961a95044506" /><Relationship Type="http://schemas.openxmlformats.org/officeDocument/2006/relationships/notesMaster" Target="/ppt/notesMasters/notesMaster1.xml" Id="R9293dc8dde9147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24bcc6d6db4ed3" /><Relationship Type="http://schemas.openxmlformats.org/officeDocument/2006/relationships/notesMaster" Target="/ppt/notesMasters/notesMaster1.xml" Id="R9529e60d95f14c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b1fa4f92f94bd9" /><Relationship Type="http://schemas.openxmlformats.org/officeDocument/2006/relationships/notesMaster" Target="/ppt/notesMasters/notesMaster1.xml" Id="R4698dad9190f4a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4777464a5d4a95" /><Relationship Type="http://schemas.openxmlformats.org/officeDocument/2006/relationships/notesMaster" Target="/ppt/notesMasters/notesMaster1.xml" Id="R84ec4a4673e340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02896e572b42f0" /><Relationship Type="http://schemas.openxmlformats.org/officeDocument/2006/relationships/notesMaster" Target="/ppt/notesMasters/notesMaster1.xml" Id="Re6052315898b4e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23655336664736" /><Relationship Type="http://schemas.openxmlformats.org/officeDocument/2006/relationships/notesMaster" Target="/ppt/notesMasters/notesMaster1.xml" Id="Rd181c0c453cc42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9227aacd654770" /><Relationship Type="http://schemas.openxmlformats.org/officeDocument/2006/relationships/notesMaster" Target="/ppt/notesMasters/notesMaster1.xml" Id="Rf3289ba749e74a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305b7151eb49a2" /><Relationship Type="http://schemas.openxmlformats.org/officeDocument/2006/relationships/notesMaster" Target="/ppt/notesMasters/notesMaster1.xml" Id="Ra8c060c338e145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Presentation for the implemented EdgeFlow Simulator. Sources used throughout: Cloudflare Workers documentation and Python socketserver documentation.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scope follows the assignment requirement to propose and implement a simplified version. Cloudflare source: https://developers.cloudflare.com/workers/reference/how-workers-works/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implemented in source_code. Real Workers architecture reference: https://developers.cloudflare.com/workers/reference/how-workers-works/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 mapping follows Coulouris et al., Distributed Systems Concepts and Design. Cloudflare storage reference: https://developers.cloudflare.com/kv/concepts/how-kv-works/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Algorithms are implemented in dispatcher.py, edge_server.py, and common.py. Python reference: https://docs.python.org/3/library/socketserver.html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generated from the verified output of python demo.py on 29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generated from the verified output of python demo.py on 29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generated from python -m unittest -v test_system.py on 29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 summary of the implemented and tested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caeafdb2343a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3074dc41e646a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c11448421b4a8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5e46a6376949b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3ad519b1364e7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28919f8d7343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DB5474-7B36-4B29-BEBE-927D0EA68E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B5898A4-90F9-45A6-8CD6-084DB2CAAD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0ECE4D7-9E1A-421E-AF08-AF8DA80760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833CC3-AC74-4848-8675-C7F6A7FCD2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2A095A4-A1FD-4CAA-BB78-3BA21A66C1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6ECCEB3-C9A5-4752-A2A5-126411E7B7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6A509AD-0C89-4E6E-A140-0900D406C2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DF9DDB-8850-4463-8854-9D7D087343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C14E6B-A257-49C0-9DAC-D43439E612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16C1196-BDF8-4AAA-AFA6-437BFF50C1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6d9686ee6546fc" /><Relationship Type="http://schemas.openxmlformats.org/officeDocument/2006/relationships/slideLayout" Target="/ppt/slideLayouts/slideLayout1.xml" Id="R9e1b08e122d944e3" /><Relationship Type="http://schemas.openxmlformats.org/officeDocument/2006/relationships/slideLayout" Target="/ppt/slideLayouts/slideLayout2.xml" Id="R3b9bc0f473084fee" /><Relationship Type="http://schemas.openxmlformats.org/officeDocument/2006/relationships/slideLayout" Target="/ppt/slideLayouts/slideLayout3.xml" Id="R4905ab300b974092" /><Relationship Type="http://schemas.openxmlformats.org/officeDocument/2006/relationships/slideLayout" Target="/ppt/slideLayouts/slideLayout4.xml" Id="Rd85439a86954462a" /><Relationship Type="http://schemas.openxmlformats.org/officeDocument/2006/relationships/slideLayout" Target="/ppt/slideLayouts/slideLayout5.xml" Id="R99509b043ac14c73" /><Relationship Type="http://schemas.openxmlformats.org/officeDocument/2006/relationships/slideLayout" Target="/ppt/slideLayouts/slideLayout6.xml" Id="R11b31a4e6d034a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1b08e122d944e3"/>
    <p:sldLayoutId xmlns:r="http://schemas.openxmlformats.org/officeDocument/2006/relationships" id="2147483650" r:id="R3b9bc0f473084fee"/>
    <p:sldLayoutId xmlns:r="http://schemas.openxmlformats.org/officeDocument/2006/relationships" id="2147483651" r:id="R4905ab300b974092"/>
    <p:sldLayoutId xmlns:r="http://schemas.openxmlformats.org/officeDocument/2006/relationships" id="2147483652" r:id="Rd85439a86954462a"/>
    <p:sldLayoutId xmlns:r="http://schemas.openxmlformats.org/officeDocument/2006/relationships" id="2147483653" r:id="R99509b043ac14c73"/>
    <p:sldLayoutId xmlns:r="http://schemas.openxmlformats.org/officeDocument/2006/relationships" id="2147483654" r:id="R11b31a4e6d034a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ef0b8f38634c00" /><Relationship Type="http://schemas.openxmlformats.org/officeDocument/2006/relationships/notesSlide" Target="/ppt/notesSlides/notesSlide1.xml" Id="Re8be3cabf1f642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d5a03197c347e7" /><Relationship Type="http://schemas.openxmlformats.org/officeDocument/2006/relationships/notesSlide" Target="/ppt/notesSlides/notesSlide2.xml" Id="Rf6601a8a35cc46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fd33a42c1b4f04" /><Relationship Type="http://schemas.openxmlformats.org/officeDocument/2006/relationships/notesSlide" Target="/ppt/notesSlides/notesSlide3.xml" Id="Rf086c6ef7a2749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ace0567c0945b8" /><Relationship Type="http://schemas.openxmlformats.org/officeDocument/2006/relationships/notesSlide" Target="/ppt/notesSlides/notesSlide4.xml" Id="R1721083091ff43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05675bafd14b99" /><Relationship Type="http://schemas.openxmlformats.org/officeDocument/2006/relationships/notesSlide" Target="/ppt/notesSlides/notesSlide5.xml" Id="Rc784cdee6e1343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410b2bf9454b77" /><Relationship Type="http://schemas.openxmlformats.org/officeDocument/2006/relationships/image" Target="/ppt/media/image.png" Id="R3db5fc6b94b3476d" /><Relationship Type="http://schemas.openxmlformats.org/officeDocument/2006/relationships/notesSlide" Target="/ppt/notesSlides/notesSlide6.xml" Id="Ra2bc5158cef94e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352d7b1b48468a" /><Relationship Type="http://schemas.openxmlformats.org/officeDocument/2006/relationships/image" Target="/ppt/media/image2.png" Id="R3bbe9240b2f74ce5" /><Relationship Type="http://schemas.openxmlformats.org/officeDocument/2006/relationships/notesSlide" Target="/ppt/notesSlides/notesSlide7.xml" Id="R153517d0f1374d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cdc83a969b4745" /><Relationship Type="http://schemas.openxmlformats.org/officeDocument/2006/relationships/image" Target="/ppt/media/image3.png" Id="Rbcca2355b3ce4069" /><Relationship Type="http://schemas.openxmlformats.org/officeDocument/2006/relationships/notesSlide" Target="/ppt/notesSlides/notesSlide8.xml" Id="Rb839e850e4f14e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d57a674e284749" /><Relationship Type="http://schemas.openxmlformats.org/officeDocument/2006/relationships/notesSlide" Target="/ppt/notesSlides/notesSlide9.xml" Id="R27e39af02ee740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DFE990-C734-4E17-9AE5-71D13BE2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65C7F7"/>
                </a:solidFill>
              </a:defRPr>
            </a:defPPr>
            <a:lvl1pPr algn="l">
              <a:defRPr sz="1200" b="1">
                <a:solidFill>
                  <a:srgbClr val="65C7F7"/>
                </a:solidFill>
              </a:defRPr>
            </a:lvl1pPr>
            <a:lvl2pPr algn="l">
              <a:defRPr sz="1200" b="1">
                <a:solidFill>
                  <a:srgbClr val="65C7F7"/>
                </a:solidFill>
              </a:defRPr>
            </a:lvl2pPr>
            <a:lvl3pPr algn="l">
              <a:defRPr sz="1200" b="1">
                <a:solidFill>
                  <a:srgbClr val="65C7F7"/>
                </a:solidFill>
              </a:defRPr>
            </a:lvl3pPr>
            <a:lvl4pPr algn="l">
              <a:defRPr sz="1200" b="1">
                <a:solidFill>
                  <a:srgbClr val="65C7F7"/>
                </a:solidFill>
              </a:defRPr>
            </a:lvl4pPr>
            <a:lvl5pPr algn="l">
              <a:defRPr sz="1200" b="1">
                <a:solidFill>
                  <a:srgbClr val="65C7F7"/>
                </a:solidFill>
              </a:defRPr>
            </a:lvl5pPr>
            <a:lvl6pPr algn="l">
              <a:defRPr sz="1200" b="1">
                <a:solidFill>
                  <a:srgbClr val="65C7F7"/>
                </a:solidFill>
              </a:defRPr>
            </a:lvl6pPr>
            <a:lvl7pPr algn="l">
              <a:defRPr sz="1200" b="1">
                <a:solidFill>
                  <a:srgbClr val="65C7F7"/>
                </a:solidFill>
              </a:defRPr>
            </a:lvl7pPr>
            <a:lvl8pPr algn="l">
              <a:defRPr sz="1200" b="1">
                <a:solidFill>
                  <a:srgbClr val="65C7F7"/>
                </a:solidFill>
              </a:defRPr>
            </a:lvl8pPr>
            <a:lvl9pPr algn="l">
              <a:defRPr sz="1200" b="1">
                <a:solidFill>
                  <a:srgbClr val="65C7F7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5C7F7"/>
                </a:solidFill>
              </a:defRPr>
            </a:pPr>
            <a:r>
              <a:rPr sz="1200" b="1">
                <a:solidFill>
                  <a:srgbClr val="65C7F7"/>
                </a:solidFill>
              </a:rPr>
              <a:t>CLOUDFLARE WORKERS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7565C-F3B4-473A-BC82-3A630F40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</a:defRPr>
            </a:defPPr>
            <a:lvl1pPr algn="l">
              <a:defRPr sz="3900" b="1">
                <a:solidFill>
                  <a:srgbClr val="FFFFFF"/>
                </a:solidFill>
              </a:defRPr>
            </a:lvl1pPr>
            <a:lvl2pPr algn="l">
              <a:defRPr sz="3900" b="1">
                <a:solidFill>
                  <a:srgbClr val="FFFFFF"/>
                </a:solidFill>
              </a:defRPr>
            </a:lvl2pPr>
            <a:lvl3pPr algn="l">
              <a:defRPr sz="3900" b="1">
                <a:solidFill>
                  <a:srgbClr val="FFFFFF"/>
                </a:solidFill>
              </a:defRPr>
            </a:lvl3pPr>
            <a:lvl4pPr algn="l">
              <a:defRPr sz="3900" b="1">
                <a:solidFill>
                  <a:srgbClr val="FFFFFF"/>
                </a:solidFill>
              </a:defRPr>
            </a:lvl4pPr>
            <a:lvl5pPr algn="l">
              <a:defRPr sz="3900" b="1">
                <a:solidFill>
                  <a:srgbClr val="FFFFFF"/>
                </a:solidFill>
              </a:defRPr>
            </a:lvl5pPr>
            <a:lvl6pPr algn="l">
              <a:defRPr sz="3900" b="1">
                <a:solidFill>
                  <a:srgbClr val="FFFFFF"/>
                </a:solidFill>
              </a:defRPr>
            </a:lvl6pPr>
            <a:lvl7pPr algn="l">
              <a:defRPr sz="3900" b="1">
                <a:solidFill>
                  <a:srgbClr val="FFFFFF"/>
                </a:solidFill>
              </a:defRPr>
            </a:lvl7pPr>
            <a:lvl8pPr algn="l">
              <a:defRPr sz="3900" b="1">
                <a:solidFill>
                  <a:srgbClr val="FFFFFF"/>
                </a:solidFill>
              </a:defRPr>
            </a:lvl8pPr>
            <a:lvl9pPr algn="l">
              <a:defRPr sz="3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EdgeFlow Simulator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5272B-A2F5-4545-BF82-4067979D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666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0">
                <a:solidFill>
                  <a:srgbClr val="C6D5F2"/>
                </a:solidFill>
              </a:defRPr>
            </a:defPPr>
            <a:lvl1pPr algn="l">
              <a:defRPr sz="1875" b="0">
                <a:solidFill>
                  <a:srgbClr val="C6D5F2"/>
                </a:solidFill>
              </a:defRPr>
            </a:lvl1pPr>
            <a:lvl2pPr algn="l">
              <a:defRPr sz="1875" b="0">
                <a:solidFill>
                  <a:srgbClr val="C6D5F2"/>
                </a:solidFill>
              </a:defRPr>
            </a:lvl2pPr>
            <a:lvl3pPr algn="l">
              <a:defRPr sz="1875" b="0">
                <a:solidFill>
                  <a:srgbClr val="C6D5F2"/>
                </a:solidFill>
              </a:defRPr>
            </a:lvl3pPr>
            <a:lvl4pPr algn="l">
              <a:defRPr sz="1875" b="0">
                <a:solidFill>
                  <a:srgbClr val="C6D5F2"/>
                </a:solidFill>
              </a:defRPr>
            </a:lvl4pPr>
            <a:lvl5pPr algn="l">
              <a:defRPr sz="1875" b="0">
                <a:solidFill>
                  <a:srgbClr val="C6D5F2"/>
                </a:solidFill>
              </a:defRPr>
            </a:lvl5pPr>
            <a:lvl6pPr algn="l">
              <a:defRPr sz="1875" b="0">
                <a:solidFill>
                  <a:srgbClr val="C6D5F2"/>
                </a:solidFill>
              </a:defRPr>
            </a:lvl6pPr>
            <a:lvl7pPr algn="l">
              <a:defRPr sz="1875" b="0">
                <a:solidFill>
                  <a:srgbClr val="C6D5F2"/>
                </a:solidFill>
              </a:defRPr>
            </a:lvl7pPr>
            <a:lvl8pPr algn="l">
              <a:defRPr sz="1875" b="0">
                <a:solidFill>
                  <a:srgbClr val="C6D5F2"/>
                </a:solidFill>
              </a:defRPr>
            </a:lvl8pPr>
            <a:lvl9pPr algn="l">
              <a:defRPr sz="1875" b="0">
                <a:solidFill>
                  <a:srgbClr val="C6D5F2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C6D5F2"/>
                </a:solidFill>
              </a:defRPr>
            </a:pPr>
            <a:r>
              <a:rPr sz="1875" b="0">
                <a:solidFill>
                  <a:srgbClr val="C6D5F2"/>
                </a:solidFill>
              </a:rPr>
              <a:t>Distributed edge caching and failover with Python sockets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4F2F6D-8C48-4BD6-A386-7AD9A17D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9525">
            <a:solidFill>
              <a:srgbClr val="2F6F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24341-2334-49FC-98AD-13BEE2C8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</a:defRPr>
            </a:defPPr>
            <a:lvl1pPr algn="l">
              <a:defRPr sz="1800" b="1">
                <a:solidFill>
                  <a:srgbClr val="FFFFFF"/>
                </a:solidFill>
              </a:defRPr>
            </a:lvl1pPr>
            <a:lvl2pPr algn="l">
              <a:defRPr sz="1800" b="1">
                <a:solidFill>
                  <a:srgbClr val="FFFFFF"/>
                </a:solidFill>
              </a:defRPr>
            </a:lvl2pPr>
            <a:lvl3pPr algn="l">
              <a:defRPr sz="1800" b="1">
                <a:solidFill>
                  <a:srgbClr val="FFFFFF"/>
                </a:solidFill>
              </a:defRPr>
            </a:lvl3pPr>
            <a:lvl4pPr algn="l">
              <a:defRPr sz="1800" b="1">
                <a:solidFill>
                  <a:srgbClr val="FFFFFF"/>
                </a:solidFill>
              </a:defRPr>
            </a:lvl4pPr>
            <a:lvl5pPr algn="l">
              <a:defRPr sz="1800" b="1">
                <a:solidFill>
                  <a:srgbClr val="FFFFFF"/>
                </a:solidFill>
              </a:defRPr>
            </a:lvl5pPr>
            <a:lvl6pPr algn="l">
              <a:defRPr sz="1800" b="1">
                <a:solidFill>
                  <a:srgbClr val="FFFFFF"/>
                </a:solidFill>
              </a:defRPr>
            </a:lvl6pPr>
            <a:lvl7pPr algn="l">
              <a:defRPr sz="1800" b="1">
                <a:solidFill>
                  <a:srgbClr val="FFFFFF"/>
                </a:solidFill>
              </a:defRPr>
            </a:lvl7pPr>
            <a:lvl8pPr algn="l">
              <a:defRPr sz="1800" b="1">
                <a:solidFill>
                  <a:srgbClr val="FFFFFF"/>
                </a:solidFill>
              </a:defRPr>
            </a:lvl8pPr>
            <a:lvl9pPr algn="l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Kumar Shivam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8D63C5-6A3E-4D0E-934A-3A7A6E1C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C6D5F2"/>
                </a:solidFill>
              </a:defRPr>
            </a:defPPr>
            <a:lvl1pPr algn="l">
              <a:defRPr sz="1500" b="0">
                <a:solidFill>
                  <a:srgbClr val="C6D5F2"/>
                </a:solidFill>
              </a:defRPr>
            </a:lvl1pPr>
            <a:lvl2pPr algn="l">
              <a:defRPr sz="1500" b="0">
                <a:solidFill>
                  <a:srgbClr val="C6D5F2"/>
                </a:solidFill>
              </a:defRPr>
            </a:lvl2pPr>
            <a:lvl3pPr algn="l">
              <a:defRPr sz="1500" b="0">
                <a:solidFill>
                  <a:srgbClr val="C6D5F2"/>
                </a:solidFill>
              </a:defRPr>
            </a:lvl3pPr>
            <a:lvl4pPr algn="l">
              <a:defRPr sz="1500" b="0">
                <a:solidFill>
                  <a:srgbClr val="C6D5F2"/>
                </a:solidFill>
              </a:defRPr>
            </a:lvl4pPr>
            <a:lvl5pPr algn="l">
              <a:defRPr sz="1500" b="0">
                <a:solidFill>
                  <a:srgbClr val="C6D5F2"/>
                </a:solidFill>
              </a:defRPr>
            </a:lvl5pPr>
            <a:lvl6pPr algn="l">
              <a:defRPr sz="1500" b="0">
                <a:solidFill>
                  <a:srgbClr val="C6D5F2"/>
                </a:solidFill>
              </a:defRPr>
            </a:lvl6pPr>
            <a:lvl7pPr algn="l">
              <a:defRPr sz="1500" b="0">
                <a:solidFill>
                  <a:srgbClr val="C6D5F2"/>
                </a:solidFill>
              </a:defRPr>
            </a:lvl7pPr>
            <a:lvl8pPr algn="l">
              <a:defRPr sz="1500" b="0">
                <a:solidFill>
                  <a:srgbClr val="C6D5F2"/>
                </a:solidFill>
              </a:defRPr>
            </a:lvl8pPr>
            <a:lvl9pPr algn="l">
              <a:defRPr sz="1500" b="0">
                <a:solidFill>
                  <a:srgbClr val="C6D5F2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C6D5F2"/>
                </a:solidFill>
              </a:defRPr>
            </a:pPr>
            <a:r>
              <a:rPr sz="1500" b="0">
                <a:solidFill>
                  <a:srgbClr val="C6D5F2"/>
                </a:solidFill>
              </a:rPr>
              <a:t>Registration Number 25MCMC34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7799C9-9FEC-44FF-A9A4-E499E368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65C7F7"/>
                </a:solidFill>
              </a:defRPr>
            </a:defPPr>
            <a:lvl1pPr algn="l">
              <a:defRPr sz="1350" b="0">
                <a:solidFill>
                  <a:srgbClr val="65C7F7"/>
                </a:solidFill>
              </a:defRPr>
            </a:lvl1pPr>
            <a:lvl2pPr algn="l">
              <a:defRPr sz="1350" b="0">
                <a:solidFill>
                  <a:srgbClr val="65C7F7"/>
                </a:solidFill>
              </a:defRPr>
            </a:lvl2pPr>
            <a:lvl3pPr algn="l">
              <a:defRPr sz="1350" b="0">
                <a:solidFill>
                  <a:srgbClr val="65C7F7"/>
                </a:solidFill>
              </a:defRPr>
            </a:lvl3pPr>
            <a:lvl4pPr algn="l">
              <a:defRPr sz="1350" b="0">
                <a:solidFill>
                  <a:srgbClr val="65C7F7"/>
                </a:solidFill>
              </a:defRPr>
            </a:lvl4pPr>
            <a:lvl5pPr algn="l">
              <a:defRPr sz="1350" b="0">
                <a:solidFill>
                  <a:srgbClr val="65C7F7"/>
                </a:solidFill>
              </a:defRPr>
            </a:lvl5pPr>
            <a:lvl6pPr algn="l">
              <a:defRPr sz="1350" b="0">
                <a:solidFill>
                  <a:srgbClr val="65C7F7"/>
                </a:solidFill>
              </a:defRPr>
            </a:lvl6pPr>
            <a:lvl7pPr algn="l">
              <a:defRPr sz="1350" b="0">
                <a:solidFill>
                  <a:srgbClr val="65C7F7"/>
                </a:solidFill>
              </a:defRPr>
            </a:lvl7pPr>
            <a:lvl8pPr algn="l">
              <a:defRPr sz="1350" b="0">
                <a:solidFill>
                  <a:srgbClr val="65C7F7"/>
                </a:solidFill>
              </a:defRPr>
            </a:lvl8pPr>
            <a:lvl9pPr algn="l">
              <a:defRPr sz="1350" b="0">
                <a:solidFill>
                  <a:srgbClr val="65C7F7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5C7F7"/>
                </a:solidFill>
              </a:defRPr>
            </a:pPr>
            <a:r>
              <a:rPr sz="1350" b="0">
                <a:solidFill>
                  <a:srgbClr val="65C7F7"/>
                </a:solidFill>
              </a:rPr>
              <a:t>Minor III Mini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3E3CD-218A-42D7-82A5-6E18D108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23950"/>
            <a:ext cx="1714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9525">
            <a:solidFill>
              <a:srgbClr val="2F6F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B54150-2BF3-49AA-BB7B-0800313A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466850"/>
            <a:ext cx="1219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</a:defRPr>
            </a:defPPr>
            <a:lvl1pPr algn="ctr">
              <a:defRPr sz="2325" b="1">
                <a:solidFill>
                  <a:srgbClr val="FFFFFF"/>
                </a:solidFill>
              </a:defRPr>
            </a:lvl1pPr>
            <a:lvl2pPr algn="ctr">
              <a:defRPr sz="2325" b="1">
                <a:solidFill>
                  <a:srgbClr val="FFFFFF"/>
                </a:solidFill>
              </a:defRPr>
            </a:lvl2pPr>
            <a:lvl3pPr algn="ctr">
              <a:defRPr sz="2325" b="1">
                <a:solidFill>
                  <a:srgbClr val="FFFFFF"/>
                </a:solidFill>
              </a:defRPr>
            </a:lvl3pPr>
            <a:lvl4pPr algn="ctr">
              <a:defRPr sz="2325" b="1">
                <a:solidFill>
                  <a:srgbClr val="FFFFFF"/>
                </a:solidFill>
              </a:defRPr>
            </a:lvl4pPr>
            <a:lvl5pPr algn="ctr">
              <a:defRPr sz="2325" b="1">
                <a:solidFill>
                  <a:srgbClr val="FFFFFF"/>
                </a:solidFill>
              </a:defRPr>
            </a:lvl5pPr>
            <a:lvl6pPr algn="ctr">
              <a:defRPr sz="2325" b="1">
                <a:solidFill>
                  <a:srgbClr val="FFFFFF"/>
                </a:solidFill>
              </a:defRPr>
            </a:lvl6pPr>
            <a:lvl7pPr algn="ctr">
              <a:defRPr sz="2325" b="1">
                <a:solidFill>
                  <a:srgbClr val="FFFFFF"/>
                </a:solidFill>
              </a:defRPr>
            </a:lvl7pPr>
            <a:lvl8pPr algn="ctr">
              <a:defRPr sz="2325" b="1">
                <a:solidFill>
                  <a:srgbClr val="FFFFFF"/>
                </a:solidFill>
              </a:defRPr>
            </a:lvl8pPr>
            <a:lvl9pPr algn="ctr">
              <a:defRPr sz="23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EDGE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BB2987-6D47-4F3A-8E03-FBC026A7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133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</a:defRPr>
            </a:defPPr>
            <a:lvl1pPr algn="ctr">
              <a:defRPr sz="1275" b="1">
                <a:solidFill>
                  <a:srgbClr val="FFFFFF"/>
                </a:solidFill>
              </a:defRPr>
            </a:lvl1pPr>
            <a:lvl2pPr algn="ctr">
              <a:defRPr sz="1275" b="1">
                <a:solidFill>
                  <a:srgbClr val="FFFFFF"/>
                </a:solidFill>
              </a:defRPr>
            </a:lvl2pPr>
            <a:lvl3pPr algn="ctr">
              <a:defRPr sz="1275" b="1">
                <a:solidFill>
                  <a:srgbClr val="FFFFFF"/>
                </a:solidFill>
              </a:defRPr>
            </a:lvl3pPr>
            <a:lvl4pPr algn="ctr">
              <a:defRPr sz="1275" b="1">
                <a:solidFill>
                  <a:srgbClr val="FFFFFF"/>
                </a:solidFill>
              </a:defRPr>
            </a:lvl4pPr>
            <a:lvl5pPr algn="ctr">
              <a:defRPr sz="1275" b="1">
                <a:solidFill>
                  <a:srgbClr val="FFFFFF"/>
                </a:solidFill>
              </a:defRPr>
            </a:lvl5pPr>
            <a:lvl6pPr algn="ctr">
              <a:defRPr sz="1275" b="1">
                <a:solidFill>
                  <a:srgbClr val="FFFFFF"/>
                </a:solidFill>
              </a:defRPr>
            </a:lvl6pPr>
            <a:lvl7pPr algn="ctr">
              <a:defRPr sz="1275" b="1">
                <a:solidFill>
                  <a:srgbClr val="FFFFFF"/>
                </a:solidFill>
              </a:defRPr>
            </a:lvl7pPr>
            <a:lvl8pPr algn="ctr">
              <a:defRPr sz="1275" b="1">
                <a:solidFill>
                  <a:srgbClr val="FFFFFF"/>
                </a:solidFill>
              </a:defRPr>
            </a:lvl8pPr>
            <a:lvl9pPr algn="ctr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CACHE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FAILOVER</a:t>
            </a:r>
          </a:p>
        </p:txBody>
      </p:sp>
    </p:spTree>
    <p:extLst>
      <p:ext uri="{BB962C8B-B14F-4D97-AF65-F5344CB8AC3E}">
        <p14:creationId xmlns:p14="http://schemas.microsoft.com/office/powerpoint/2010/main" val="20361571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1CCC20-0532-46EF-8476-078B7F5C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172033"/>
                </a:solidFill>
              </a:defRPr>
            </a:defPPr>
            <a:lvl1pPr algn="l">
              <a:defRPr sz="2400" b="1">
                <a:solidFill>
                  <a:srgbClr val="172033"/>
                </a:solidFill>
              </a:defRPr>
            </a:lvl1pPr>
            <a:lvl2pPr algn="l">
              <a:defRPr sz="2400" b="1">
                <a:solidFill>
                  <a:srgbClr val="172033"/>
                </a:solidFill>
              </a:defRPr>
            </a:lvl2pPr>
            <a:lvl3pPr algn="l">
              <a:defRPr sz="2400" b="1">
                <a:solidFill>
                  <a:srgbClr val="172033"/>
                </a:solidFill>
              </a:defRPr>
            </a:lvl3pPr>
            <a:lvl4pPr algn="l">
              <a:defRPr sz="2400" b="1">
                <a:solidFill>
                  <a:srgbClr val="172033"/>
                </a:solidFill>
              </a:defRPr>
            </a:lvl4pPr>
            <a:lvl5pPr algn="l">
              <a:defRPr sz="2400" b="1">
                <a:solidFill>
                  <a:srgbClr val="172033"/>
                </a:solidFill>
              </a:defRPr>
            </a:lvl5pPr>
            <a:lvl6pPr algn="l">
              <a:defRPr sz="2400" b="1">
                <a:solidFill>
                  <a:srgbClr val="172033"/>
                </a:solidFill>
              </a:defRPr>
            </a:lvl6pPr>
            <a:lvl7pPr algn="l">
              <a:defRPr sz="2400" b="1">
                <a:solidFill>
                  <a:srgbClr val="172033"/>
                </a:solidFill>
              </a:defRPr>
            </a:lvl7pPr>
            <a:lvl8pPr algn="l">
              <a:defRPr sz="2400" b="1">
                <a:solidFill>
                  <a:srgbClr val="172033"/>
                </a:solidFill>
              </a:defRPr>
            </a:lvl8pPr>
            <a:lvl9pPr algn="l">
              <a:defRPr sz="2400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Project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E21241-7BDD-40FA-AFFB-55D8D633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350" b="1">
                <a:solidFill>
                  <a:srgbClr val="2F6FED"/>
                </a:solidFill>
              </a:defRPr>
            </a:defPPr>
            <a:lvl1pPr algn="r">
              <a:defRPr sz="1350" b="1">
                <a:solidFill>
                  <a:srgbClr val="2F6FED"/>
                </a:solidFill>
              </a:defRPr>
            </a:lvl1pPr>
            <a:lvl2pPr algn="r">
              <a:defRPr sz="1350" b="1">
                <a:solidFill>
                  <a:srgbClr val="2F6FED"/>
                </a:solidFill>
              </a:defRPr>
            </a:lvl2pPr>
            <a:lvl3pPr algn="r">
              <a:defRPr sz="1350" b="1">
                <a:solidFill>
                  <a:srgbClr val="2F6FED"/>
                </a:solidFill>
              </a:defRPr>
            </a:lvl3pPr>
            <a:lvl4pPr algn="r">
              <a:defRPr sz="1350" b="1">
                <a:solidFill>
                  <a:srgbClr val="2F6FED"/>
                </a:solidFill>
              </a:defRPr>
            </a:lvl4pPr>
            <a:lvl5pPr algn="r">
              <a:defRPr sz="1350" b="1">
                <a:solidFill>
                  <a:srgbClr val="2F6FED"/>
                </a:solidFill>
              </a:defRPr>
            </a:lvl5pPr>
            <a:lvl6pPr algn="r">
              <a:defRPr sz="1350" b="1">
                <a:solidFill>
                  <a:srgbClr val="2F6FED"/>
                </a:solidFill>
              </a:defRPr>
            </a:lvl6pPr>
            <a:lvl7pPr algn="r">
              <a:defRPr sz="1350" b="1">
                <a:solidFill>
                  <a:srgbClr val="2F6FED"/>
                </a:solidFill>
              </a:defRPr>
            </a:lvl7pPr>
            <a:lvl8pPr algn="r">
              <a:defRPr sz="1350" b="1">
                <a:solidFill>
                  <a:srgbClr val="2F6FED"/>
                </a:solidFill>
              </a:defRPr>
            </a:lvl8pPr>
            <a:lvl9pPr algn="r">
              <a:defRPr sz="13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 algn="r">
              <a:defRPr sz="1350" b="1">
                <a:solidFill>
                  <a:srgbClr val="2F6FED"/>
                </a:solidFill>
              </a:defRPr>
            </a:pPr>
            <a:r>
              <a:rPr sz="1350" b="1">
                <a:solidFill>
                  <a:srgbClr val="2F6FED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852203-3925-4ACF-8966-0F225924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9525">
            <a:solidFill>
              <a:srgbClr val="2F6F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290F2-29A3-48C0-B5F8-DE08618F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172033"/>
                </a:solidFill>
              </a:defRPr>
            </a:defPPr>
            <a:lvl1pPr algn="l">
              <a:defRPr sz="1875" b="1">
                <a:solidFill>
                  <a:srgbClr val="172033"/>
                </a:solidFill>
              </a:defRPr>
            </a:lvl1pPr>
            <a:lvl2pPr algn="l">
              <a:defRPr sz="1875" b="1">
                <a:solidFill>
                  <a:srgbClr val="172033"/>
                </a:solidFill>
              </a:defRPr>
            </a:lvl2pPr>
            <a:lvl3pPr algn="l">
              <a:defRPr sz="1875" b="1">
                <a:solidFill>
                  <a:srgbClr val="172033"/>
                </a:solidFill>
              </a:defRPr>
            </a:lvl3pPr>
            <a:lvl4pPr algn="l">
              <a:defRPr sz="1875" b="1">
                <a:solidFill>
                  <a:srgbClr val="172033"/>
                </a:solidFill>
              </a:defRPr>
            </a:lvl4pPr>
            <a:lvl5pPr algn="l">
              <a:defRPr sz="1875" b="1">
                <a:solidFill>
                  <a:srgbClr val="172033"/>
                </a:solidFill>
              </a:defRPr>
            </a:lvl5pPr>
            <a:lvl6pPr algn="l">
              <a:defRPr sz="1875" b="1">
                <a:solidFill>
                  <a:srgbClr val="172033"/>
                </a:solidFill>
              </a:defRPr>
            </a:lvl6pPr>
            <a:lvl7pPr algn="l">
              <a:defRPr sz="1875" b="1">
                <a:solidFill>
                  <a:srgbClr val="172033"/>
                </a:solidFill>
              </a:defRPr>
            </a:lvl7pPr>
            <a:lvl8pPr algn="l">
              <a:defRPr sz="1875" b="1">
                <a:solidFill>
                  <a:srgbClr val="172033"/>
                </a:solidFill>
              </a:defRPr>
            </a:lvl8pPr>
            <a:lvl9pPr algn="l">
              <a:defRPr sz="1875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The project converts Cloudflare Workers concepts into a small system that can run on one computer.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078647-C501-43A3-B031-33A9A488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2F6FED"/>
                </a:solidFill>
              </a:defRPr>
            </a:defPPr>
            <a:lvl1pPr algn="l">
              <a:defRPr sz="1650" b="1">
                <a:solidFill>
                  <a:srgbClr val="2F6FED"/>
                </a:solidFill>
              </a:defRPr>
            </a:lvl1pPr>
            <a:lvl2pPr algn="l">
              <a:defRPr sz="1650" b="1">
                <a:solidFill>
                  <a:srgbClr val="2F6FED"/>
                </a:solidFill>
              </a:defRPr>
            </a:lvl2pPr>
            <a:lvl3pPr algn="l">
              <a:defRPr sz="1650" b="1">
                <a:solidFill>
                  <a:srgbClr val="2F6FED"/>
                </a:solidFill>
              </a:defRPr>
            </a:lvl3pPr>
            <a:lvl4pPr algn="l">
              <a:defRPr sz="1650" b="1">
                <a:solidFill>
                  <a:srgbClr val="2F6FED"/>
                </a:solidFill>
              </a:defRPr>
            </a:lvl4pPr>
            <a:lvl5pPr algn="l">
              <a:defRPr sz="1650" b="1">
                <a:solidFill>
                  <a:srgbClr val="2F6FED"/>
                </a:solidFill>
              </a:defRPr>
            </a:lvl5pPr>
            <a:lvl6pPr algn="l">
              <a:defRPr sz="1650" b="1">
                <a:solidFill>
                  <a:srgbClr val="2F6FED"/>
                </a:solidFill>
              </a:defRPr>
            </a:lvl6pPr>
            <a:lvl7pPr algn="l">
              <a:defRPr sz="1650" b="1">
                <a:solidFill>
                  <a:srgbClr val="2F6FED"/>
                </a:solidFill>
              </a:defRPr>
            </a:lvl7pPr>
            <a:lvl8pPr algn="l">
              <a:defRPr sz="1650" b="1">
                <a:solidFill>
                  <a:srgbClr val="2F6FED"/>
                </a:solidFill>
              </a:defRPr>
            </a:lvl8pPr>
            <a:lvl9pPr algn="l">
              <a:defRPr sz="16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F6FED"/>
                </a:solidFill>
              </a:defRPr>
            </a:pPr>
            <a:r>
              <a:rPr sz="1650" b="1">
                <a:solidFill>
                  <a:srgbClr val="2F6FED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0B990-613C-413D-AC07-5454B953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9963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172033"/>
                </a:solidFill>
              </a:defRPr>
            </a:defPPr>
            <a:lvl1pPr algn="l">
              <a:defRPr sz="1650" b="0">
                <a:solidFill>
                  <a:srgbClr val="172033"/>
                </a:solidFill>
              </a:defRPr>
            </a:lvl1pPr>
            <a:lvl2pPr algn="l">
              <a:defRPr sz="1650" b="0">
                <a:solidFill>
                  <a:srgbClr val="172033"/>
                </a:solidFill>
              </a:defRPr>
            </a:lvl2pPr>
            <a:lvl3pPr algn="l">
              <a:defRPr sz="1650" b="0">
                <a:solidFill>
                  <a:srgbClr val="172033"/>
                </a:solidFill>
              </a:defRPr>
            </a:lvl3pPr>
            <a:lvl4pPr algn="l">
              <a:defRPr sz="1650" b="0">
                <a:solidFill>
                  <a:srgbClr val="172033"/>
                </a:solidFill>
              </a:defRPr>
            </a:lvl4pPr>
            <a:lvl5pPr algn="l">
              <a:defRPr sz="1650" b="0">
                <a:solidFill>
                  <a:srgbClr val="172033"/>
                </a:solidFill>
              </a:defRPr>
            </a:lvl5pPr>
            <a:lvl6pPr algn="l">
              <a:defRPr sz="1650" b="0">
                <a:solidFill>
                  <a:srgbClr val="172033"/>
                </a:solidFill>
              </a:defRPr>
            </a:lvl6pPr>
            <a:lvl7pPr algn="l">
              <a:defRPr sz="1650" b="0">
                <a:solidFill>
                  <a:srgbClr val="172033"/>
                </a:solidFill>
              </a:defRPr>
            </a:lvl7pPr>
            <a:lvl8pPr algn="l">
              <a:defRPr sz="1650" b="0">
                <a:solidFill>
                  <a:srgbClr val="172033"/>
                </a:solidFill>
              </a:defRPr>
            </a:lvl8pPr>
            <a:lvl9pPr algn="l">
              <a:defRPr sz="16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A dispatcher hides edge selection from the client.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A7DB31-0DF0-472E-9365-BF2DC54D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2F6FED"/>
                </a:solidFill>
              </a:defRPr>
            </a:defPPr>
            <a:lvl1pPr algn="l">
              <a:defRPr sz="1650" b="1">
                <a:solidFill>
                  <a:srgbClr val="2F6FED"/>
                </a:solidFill>
              </a:defRPr>
            </a:lvl1pPr>
            <a:lvl2pPr algn="l">
              <a:defRPr sz="1650" b="1">
                <a:solidFill>
                  <a:srgbClr val="2F6FED"/>
                </a:solidFill>
              </a:defRPr>
            </a:lvl2pPr>
            <a:lvl3pPr algn="l">
              <a:defRPr sz="1650" b="1">
                <a:solidFill>
                  <a:srgbClr val="2F6FED"/>
                </a:solidFill>
              </a:defRPr>
            </a:lvl3pPr>
            <a:lvl4pPr algn="l">
              <a:defRPr sz="1650" b="1">
                <a:solidFill>
                  <a:srgbClr val="2F6FED"/>
                </a:solidFill>
              </a:defRPr>
            </a:lvl4pPr>
            <a:lvl5pPr algn="l">
              <a:defRPr sz="1650" b="1">
                <a:solidFill>
                  <a:srgbClr val="2F6FED"/>
                </a:solidFill>
              </a:defRPr>
            </a:lvl5pPr>
            <a:lvl6pPr algn="l">
              <a:defRPr sz="1650" b="1">
                <a:solidFill>
                  <a:srgbClr val="2F6FED"/>
                </a:solidFill>
              </a:defRPr>
            </a:lvl6pPr>
            <a:lvl7pPr algn="l">
              <a:defRPr sz="1650" b="1">
                <a:solidFill>
                  <a:srgbClr val="2F6FED"/>
                </a:solidFill>
              </a:defRPr>
            </a:lvl7pPr>
            <a:lvl8pPr algn="l">
              <a:defRPr sz="1650" b="1">
                <a:solidFill>
                  <a:srgbClr val="2F6FED"/>
                </a:solidFill>
              </a:defRPr>
            </a:lvl8pPr>
            <a:lvl9pPr algn="l">
              <a:defRPr sz="16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F6FED"/>
                </a:solidFill>
              </a:defRPr>
            </a:pPr>
            <a:r>
              <a:rPr sz="1650" b="1">
                <a:solidFill>
                  <a:srgbClr val="2F6FED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F13398-2B44-4899-9C8E-2B06C91C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9963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172033"/>
                </a:solidFill>
              </a:defRPr>
            </a:defPPr>
            <a:lvl1pPr algn="l">
              <a:defRPr sz="1650" b="0">
                <a:solidFill>
                  <a:srgbClr val="172033"/>
                </a:solidFill>
              </a:defRPr>
            </a:lvl1pPr>
            <a:lvl2pPr algn="l">
              <a:defRPr sz="1650" b="0">
                <a:solidFill>
                  <a:srgbClr val="172033"/>
                </a:solidFill>
              </a:defRPr>
            </a:lvl2pPr>
            <a:lvl3pPr algn="l">
              <a:defRPr sz="1650" b="0">
                <a:solidFill>
                  <a:srgbClr val="172033"/>
                </a:solidFill>
              </a:defRPr>
            </a:lvl3pPr>
            <a:lvl4pPr algn="l">
              <a:defRPr sz="1650" b="0">
                <a:solidFill>
                  <a:srgbClr val="172033"/>
                </a:solidFill>
              </a:defRPr>
            </a:lvl4pPr>
            <a:lvl5pPr algn="l">
              <a:defRPr sz="1650" b="0">
                <a:solidFill>
                  <a:srgbClr val="172033"/>
                </a:solidFill>
              </a:defRPr>
            </a:lvl5pPr>
            <a:lvl6pPr algn="l">
              <a:defRPr sz="1650" b="0">
                <a:solidFill>
                  <a:srgbClr val="172033"/>
                </a:solidFill>
              </a:defRPr>
            </a:lvl6pPr>
            <a:lvl7pPr algn="l">
              <a:defRPr sz="1650" b="0">
                <a:solidFill>
                  <a:srgbClr val="172033"/>
                </a:solidFill>
              </a:defRPr>
            </a:lvl7pPr>
            <a:lvl8pPr algn="l">
              <a:defRPr sz="1650" b="0">
                <a:solidFill>
                  <a:srgbClr val="172033"/>
                </a:solidFill>
              </a:defRPr>
            </a:lvl8pPr>
            <a:lvl9pPr algn="l">
              <a:defRPr sz="16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Two independent edge nodes cache origin responses.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1894D5-8ED6-45FC-8952-4215E915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2F6FED"/>
                </a:solidFill>
              </a:defRPr>
            </a:defPPr>
            <a:lvl1pPr algn="l">
              <a:defRPr sz="1650" b="1">
                <a:solidFill>
                  <a:srgbClr val="2F6FED"/>
                </a:solidFill>
              </a:defRPr>
            </a:lvl1pPr>
            <a:lvl2pPr algn="l">
              <a:defRPr sz="1650" b="1">
                <a:solidFill>
                  <a:srgbClr val="2F6FED"/>
                </a:solidFill>
              </a:defRPr>
            </a:lvl2pPr>
            <a:lvl3pPr algn="l">
              <a:defRPr sz="1650" b="1">
                <a:solidFill>
                  <a:srgbClr val="2F6FED"/>
                </a:solidFill>
              </a:defRPr>
            </a:lvl3pPr>
            <a:lvl4pPr algn="l">
              <a:defRPr sz="1650" b="1">
                <a:solidFill>
                  <a:srgbClr val="2F6FED"/>
                </a:solidFill>
              </a:defRPr>
            </a:lvl4pPr>
            <a:lvl5pPr algn="l">
              <a:defRPr sz="1650" b="1">
                <a:solidFill>
                  <a:srgbClr val="2F6FED"/>
                </a:solidFill>
              </a:defRPr>
            </a:lvl5pPr>
            <a:lvl6pPr algn="l">
              <a:defRPr sz="1650" b="1">
                <a:solidFill>
                  <a:srgbClr val="2F6FED"/>
                </a:solidFill>
              </a:defRPr>
            </a:lvl6pPr>
            <a:lvl7pPr algn="l">
              <a:defRPr sz="1650" b="1">
                <a:solidFill>
                  <a:srgbClr val="2F6FED"/>
                </a:solidFill>
              </a:defRPr>
            </a:lvl7pPr>
            <a:lvl8pPr algn="l">
              <a:defRPr sz="1650" b="1">
                <a:solidFill>
                  <a:srgbClr val="2F6FED"/>
                </a:solidFill>
              </a:defRPr>
            </a:lvl8pPr>
            <a:lvl9pPr algn="l">
              <a:defRPr sz="16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F6FED"/>
                </a:solidFill>
              </a:defRPr>
            </a:pPr>
            <a:r>
              <a:rPr sz="1650" b="1">
                <a:solidFill>
                  <a:srgbClr val="2F6FED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D5E204-8252-44AF-A3E4-FC6761E6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52850"/>
            <a:ext cx="9963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172033"/>
                </a:solidFill>
              </a:defRPr>
            </a:defPPr>
            <a:lvl1pPr algn="l">
              <a:defRPr sz="1650" b="0">
                <a:solidFill>
                  <a:srgbClr val="172033"/>
                </a:solidFill>
              </a:defRPr>
            </a:lvl1pPr>
            <a:lvl2pPr algn="l">
              <a:defRPr sz="1650" b="0">
                <a:solidFill>
                  <a:srgbClr val="172033"/>
                </a:solidFill>
              </a:defRPr>
            </a:lvl2pPr>
            <a:lvl3pPr algn="l">
              <a:defRPr sz="1650" b="0">
                <a:solidFill>
                  <a:srgbClr val="172033"/>
                </a:solidFill>
              </a:defRPr>
            </a:lvl3pPr>
            <a:lvl4pPr algn="l">
              <a:defRPr sz="1650" b="0">
                <a:solidFill>
                  <a:srgbClr val="172033"/>
                </a:solidFill>
              </a:defRPr>
            </a:lvl4pPr>
            <a:lvl5pPr algn="l">
              <a:defRPr sz="1650" b="0">
                <a:solidFill>
                  <a:srgbClr val="172033"/>
                </a:solidFill>
              </a:defRPr>
            </a:lvl5pPr>
            <a:lvl6pPr algn="l">
              <a:defRPr sz="1650" b="0">
                <a:solidFill>
                  <a:srgbClr val="172033"/>
                </a:solidFill>
              </a:defRPr>
            </a:lvl6pPr>
            <a:lvl7pPr algn="l">
              <a:defRPr sz="1650" b="0">
                <a:solidFill>
                  <a:srgbClr val="172033"/>
                </a:solidFill>
              </a:defRPr>
            </a:lvl7pPr>
            <a:lvl8pPr algn="l">
              <a:defRPr sz="1650" b="0">
                <a:solidFill>
                  <a:srgbClr val="172033"/>
                </a:solidFill>
              </a:defRPr>
            </a:lvl8pPr>
            <a:lvl9pPr algn="l">
              <a:defRPr sz="16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Health checks and retry keep the service available after one node stops.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C656F0-265E-4BB5-83E9-C7C81E9B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2F6FED"/>
                </a:solidFill>
              </a:defRPr>
            </a:defPPr>
            <a:lvl1pPr algn="l">
              <a:defRPr sz="1650" b="1">
                <a:solidFill>
                  <a:srgbClr val="2F6FED"/>
                </a:solidFill>
              </a:defRPr>
            </a:lvl1pPr>
            <a:lvl2pPr algn="l">
              <a:defRPr sz="1650" b="1">
                <a:solidFill>
                  <a:srgbClr val="2F6FED"/>
                </a:solidFill>
              </a:defRPr>
            </a:lvl2pPr>
            <a:lvl3pPr algn="l">
              <a:defRPr sz="1650" b="1">
                <a:solidFill>
                  <a:srgbClr val="2F6FED"/>
                </a:solidFill>
              </a:defRPr>
            </a:lvl3pPr>
            <a:lvl4pPr algn="l">
              <a:defRPr sz="1650" b="1">
                <a:solidFill>
                  <a:srgbClr val="2F6FED"/>
                </a:solidFill>
              </a:defRPr>
            </a:lvl4pPr>
            <a:lvl5pPr algn="l">
              <a:defRPr sz="1650" b="1">
                <a:solidFill>
                  <a:srgbClr val="2F6FED"/>
                </a:solidFill>
              </a:defRPr>
            </a:lvl5pPr>
            <a:lvl6pPr algn="l">
              <a:defRPr sz="1650" b="1">
                <a:solidFill>
                  <a:srgbClr val="2F6FED"/>
                </a:solidFill>
              </a:defRPr>
            </a:lvl6pPr>
            <a:lvl7pPr algn="l">
              <a:defRPr sz="1650" b="1">
                <a:solidFill>
                  <a:srgbClr val="2F6FED"/>
                </a:solidFill>
              </a:defRPr>
            </a:lvl7pPr>
            <a:lvl8pPr algn="l">
              <a:defRPr sz="1650" b="1">
                <a:solidFill>
                  <a:srgbClr val="2F6FED"/>
                </a:solidFill>
              </a:defRPr>
            </a:lvl8pPr>
            <a:lvl9pPr algn="l">
              <a:defRPr sz="16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F6FED"/>
                </a:solidFill>
              </a:defRPr>
            </a:pPr>
            <a:r>
              <a:rPr sz="1650" b="1">
                <a:solidFill>
                  <a:srgbClr val="2F6FED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5A02A3-DC0C-48C9-84FD-F52CAAD8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9963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172033"/>
                </a:solidFill>
              </a:defRPr>
            </a:defPPr>
            <a:lvl1pPr algn="l">
              <a:defRPr sz="1650" b="0">
                <a:solidFill>
                  <a:srgbClr val="172033"/>
                </a:solidFill>
              </a:defRPr>
            </a:lvl1pPr>
            <a:lvl2pPr algn="l">
              <a:defRPr sz="1650" b="0">
                <a:solidFill>
                  <a:srgbClr val="172033"/>
                </a:solidFill>
              </a:defRPr>
            </a:lvl2pPr>
            <a:lvl3pPr algn="l">
              <a:defRPr sz="1650" b="0">
                <a:solidFill>
                  <a:srgbClr val="172033"/>
                </a:solidFill>
              </a:defRPr>
            </a:lvl3pPr>
            <a:lvl4pPr algn="l">
              <a:defRPr sz="1650" b="0">
                <a:solidFill>
                  <a:srgbClr val="172033"/>
                </a:solidFill>
              </a:defRPr>
            </a:lvl4pPr>
            <a:lvl5pPr algn="l">
              <a:defRPr sz="1650" b="0">
                <a:solidFill>
                  <a:srgbClr val="172033"/>
                </a:solidFill>
              </a:defRPr>
            </a:lvl5pPr>
            <a:lvl6pPr algn="l">
              <a:defRPr sz="1650" b="0">
                <a:solidFill>
                  <a:srgbClr val="172033"/>
                </a:solidFill>
              </a:defRPr>
            </a:lvl6pPr>
            <a:lvl7pPr algn="l">
              <a:defRPr sz="1650" b="0">
                <a:solidFill>
                  <a:srgbClr val="172033"/>
                </a:solidFill>
              </a:defRPr>
            </a:lvl7pPr>
            <a:lvl8pPr algn="l">
              <a:defRPr sz="1650" b="0">
                <a:solidFill>
                  <a:srgbClr val="172033"/>
                </a:solidFill>
              </a:defRPr>
            </a:lvl8pPr>
            <a:lvl9pPr algn="l">
              <a:defRPr sz="16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Five integration tests verify routing, caching, failover, and errors.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54FB32-D142-45D8-8D50-93483866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2F6FED"/>
                </a:solidFill>
              </a:defRPr>
            </a:defPPr>
            <a:lvl1pPr algn="l">
              <a:defRPr sz="1350" b="1">
                <a:solidFill>
                  <a:srgbClr val="2F6FED"/>
                </a:solidFill>
              </a:defRPr>
            </a:lvl1pPr>
            <a:lvl2pPr algn="l">
              <a:defRPr sz="1350" b="1">
                <a:solidFill>
                  <a:srgbClr val="2F6FED"/>
                </a:solidFill>
              </a:defRPr>
            </a:lvl2pPr>
            <a:lvl3pPr algn="l">
              <a:defRPr sz="1350" b="1">
                <a:solidFill>
                  <a:srgbClr val="2F6FED"/>
                </a:solidFill>
              </a:defRPr>
            </a:lvl3pPr>
            <a:lvl4pPr algn="l">
              <a:defRPr sz="1350" b="1">
                <a:solidFill>
                  <a:srgbClr val="2F6FED"/>
                </a:solidFill>
              </a:defRPr>
            </a:lvl4pPr>
            <a:lvl5pPr algn="l">
              <a:defRPr sz="1350" b="1">
                <a:solidFill>
                  <a:srgbClr val="2F6FED"/>
                </a:solidFill>
              </a:defRPr>
            </a:lvl5pPr>
            <a:lvl6pPr algn="l">
              <a:defRPr sz="1350" b="1">
                <a:solidFill>
                  <a:srgbClr val="2F6FED"/>
                </a:solidFill>
              </a:defRPr>
            </a:lvl6pPr>
            <a:lvl7pPr algn="l">
              <a:defRPr sz="1350" b="1">
                <a:solidFill>
                  <a:srgbClr val="2F6FED"/>
                </a:solidFill>
              </a:defRPr>
            </a:lvl7pPr>
            <a:lvl8pPr algn="l">
              <a:defRPr sz="1350" b="1">
                <a:solidFill>
                  <a:srgbClr val="2F6FED"/>
                </a:solidFill>
              </a:defRPr>
            </a:lvl8pPr>
            <a:lvl9pPr algn="l">
              <a:defRPr sz="13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F6FED"/>
                </a:solidFill>
              </a:defRPr>
            </a:pPr>
            <a:r>
              <a:rPr sz="1350" b="1">
                <a:solidFill>
                  <a:srgbClr val="2F6FED"/>
                </a:solidFill>
              </a:rPr>
              <a:t>Educational boundary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DF7216-1F0C-42F7-8EA3-F6E2B46C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626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5B6980"/>
                </a:solidFill>
              </a:defRPr>
            </a:defPPr>
            <a:lvl1pPr algn="l">
              <a:defRPr sz="1350" b="0">
                <a:solidFill>
                  <a:srgbClr val="5B6980"/>
                </a:solidFill>
              </a:defRPr>
            </a:lvl1pPr>
            <a:lvl2pPr algn="l">
              <a:defRPr sz="1350" b="0">
                <a:solidFill>
                  <a:srgbClr val="5B6980"/>
                </a:solidFill>
              </a:defRPr>
            </a:lvl2pPr>
            <a:lvl3pPr algn="l">
              <a:defRPr sz="1350" b="0">
                <a:solidFill>
                  <a:srgbClr val="5B6980"/>
                </a:solidFill>
              </a:defRPr>
            </a:lvl3pPr>
            <a:lvl4pPr algn="l">
              <a:defRPr sz="1350" b="0">
                <a:solidFill>
                  <a:srgbClr val="5B6980"/>
                </a:solidFill>
              </a:defRPr>
            </a:lvl4pPr>
            <a:lvl5pPr algn="l">
              <a:defRPr sz="1350" b="0">
                <a:solidFill>
                  <a:srgbClr val="5B6980"/>
                </a:solidFill>
              </a:defRPr>
            </a:lvl5pPr>
            <a:lvl6pPr algn="l">
              <a:defRPr sz="1350" b="0">
                <a:solidFill>
                  <a:srgbClr val="5B6980"/>
                </a:solidFill>
              </a:defRPr>
            </a:lvl6pPr>
            <a:lvl7pPr algn="l">
              <a:defRPr sz="1350" b="0">
                <a:solidFill>
                  <a:srgbClr val="5B6980"/>
                </a:solidFill>
              </a:defRPr>
            </a:lvl7pPr>
            <a:lvl8pPr algn="l">
              <a:defRPr sz="1350" b="0">
                <a:solidFill>
                  <a:srgbClr val="5B6980"/>
                </a:solidFill>
              </a:defRPr>
            </a:lvl8pPr>
            <a:lvl9pPr algn="l">
              <a:defRPr sz="1350" b="0">
                <a:solidFill>
                  <a:srgbClr val="5B6980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B6980"/>
                </a:solidFill>
              </a:defRPr>
            </a:pPr>
            <a:r>
              <a:rPr sz="1350" b="0">
                <a:solidFill>
                  <a:srgbClr val="5B6980"/>
                </a:solidFill>
              </a:rPr>
              <a:t>The simulator does not reproduce global Anycast routing, V8 isolation, TLS, or Cloudflare production scale.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83AC12-5BB1-4A2B-B9A0-22E160C2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5B6980"/>
                </a:solidFill>
              </a:defRPr>
            </a:defPPr>
            <a:lvl1pPr algn="l">
              <a:defRPr sz="825" b="0">
                <a:solidFill>
                  <a:srgbClr val="5B6980"/>
                </a:solidFill>
              </a:defRPr>
            </a:lvl1pPr>
            <a:lvl2pPr algn="l">
              <a:defRPr sz="825" b="0">
                <a:solidFill>
                  <a:srgbClr val="5B6980"/>
                </a:solidFill>
              </a:defRPr>
            </a:lvl2pPr>
            <a:lvl3pPr algn="l">
              <a:defRPr sz="825" b="0">
                <a:solidFill>
                  <a:srgbClr val="5B6980"/>
                </a:solidFill>
              </a:defRPr>
            </a:lvl3pPr>
            <a:lvl4pPr algn="l">
              <a:defRPr sz="825" b="0">
                <a:solidFill>
                  <a:srgbClr val="5B6980"/>
                </a:solidFill>
              </a:defRPr>
            </a:lvl4pPr>
            <a:lvl5pPr algn="l">
              <a:defRPr sz="825" b="0">
                <a:solidFill>
                  <a:srgbClr val="5B6980"/>
                </a:solidFill>
              </a:defRPr>
            </a:lvl5pPr>
            <a:lvl6pPr algn="l">
              <a:defRPr sz="825" b="0">
                <a:solidFill>
                  <a:srgbClr val="5B6980"/>
                </a:solidFill>
              </a:defRPr>
            </a:lvl6pPr>
            <a:lvl7pPr algn="l">
              <a:defRPr sz="825" b="0">
                <a:solidFill>
                  <a:srgbClr val="5B6980"/>
                </a:solidFill>
              </a:defRPr>
            </a:lvl7pPr>
            <a:lvl8pPr algn="l">
              <a:defRPr sz="825" b="0">
                <a:solidFill>
                  <a:srgbClr val="5B6980"/>
                </a:solidFill>
              </a:defRPr>
            </a:lvl8pPr>
            <a:lvl9pPr algn="l">
              <a:defRPr sz="825" b="0">
                <a:solidFill>
                  <a:srgbClr val="5B6980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B6980"/>
                </a:solidFill>
              </a:defRPr>
            </a:pPr>
            <a:r>
              <a:rPr sz="825" b="0">
                <a:solidFill>
                  <a:srgbClr val="5B6980"/>
                </a:solidFill>
              </a:rPr>
              <a:t>Kumar Shivam   25MCMC34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13FF52-C47A-4726-8D97-8AD56A02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96050"/>
            <a:ext cx="3105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0">
                <a:solidFill>
                  <a:srgbClr val="5B6980"/>
                </a:solidFill>
              </a:defRPr>
            </a:defPPr>
            <a:lvl1pPr algn="r">
              <a:defRPr sz="825" b="0">
                <a:solidFill>
                  <a:srgbClr val="5B6980"/>
                </a:solidFill>
              </a:defRPr>
            </a:lvl1pPr>
            <a:lvl2pPr algn="r">
              <a:defRPr sz="825" b="0">
                <a:solidFill>
                  <a:srgbClr val="5B6980"/>
                </a:solidFill>
              </a:defRPr>
            </a:lvl2pPr>
            <a:lvl3pPr algn="r">
              <a:defRPr sz="825" b="0">
                <a:solidFill>
                  <a:srgbClr val="5B6980"/>
                </a:solidFill>
              </a:defRPr>
            </a:lvl3pPr>
            <a:lvl4pPr algn="r">
              <a:defRPr sz="825" b="0">
                <a:solidFill>
                  <a:srgbClr val="5B6980"/>
                </a:solidFill>
              </a:defRPr>
            </a:lvl4pPr>
            <a:lvl5pPr algn="r">
              <a:defRPr sz="825" b="0">
                <a:solidFill>
                  <a:srgbClr val="5B6980"/>
                </a:solidFill>
              </a:defRPr>
            </a:lvl5pPr>
            <a:lvl6pPr algn="r">
              <a:defRPr sz="825" b="0">
                <a:solidFill>
                  <a:srgbClr val="5B6980"/>
                </a:solidFill>
              </a:defRPr>
            </a:lvl6pPr>
            <a:lvl7pPr algn="r">
              <a:defRPr sz="825" b="0">
                <a:solidFill>
                  <a:srgbClr val="5B6980"/>
                </a:solidFill>
              </a:defRPr>
            </a:lvl7pPr>
            <a:lvl8pPr algn="r">
              <a:defRPr sz="825" b="0">
                <a:solidFill>
                  <a:srgbClr val="5B6980"/>
                </a:solidFill>
              </a:defRPr>
            </a:lvl8pPr>
            <a:lvl9pPr algn="r">
              <a:defRPr sz="825" b="0">
                <a:solidFill>
                  <a:srgbClr val="5B6980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B6980"/>
                </a:solidFill>
              </a:defRPr>
            </a:pPr>
            <a:r>
              <a:rPr sz="825" b="0">
                <a:solidFill>
                  <a:srgbClr val="5B6980"/>
                </a:solidFill>
              </a:rPr>
              <a:t>Distributed Computing Minor III</a:t>
            </a:r>
          </a:p>
        </p:txBody>
      </p:sp>
    </p:spTree>
    <p:extLst>
      <p:ext uri="{BB962C8B-B14F-4D97-AF65-F5344CB8AC3E}">
        <p14:creationId xmlns:p14="http://schemas.microsoft.com/office/powerpoint/2010/main" val="2312565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BD0CD3-3EA2-45E4-A832-97E1258B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172033"/>
                </a:solidFill>
              </a:defRPr>
            </a:defPPr>
            <a:lvl1pPr algn="l">
              <a:defRPr sz="2400" b="1">
                <a:solidFill>
                  <a:srgbClr val="172033"/>
                </a:solidFill>
              </a:defRPr>
            </a:lvl1pPr>
            <a:lvl2pPr algn="l">
              <a:defRPr sz="2400" b="1">
                <a:solidFill>
                  <a:srgbClr val="172033"/>
                </a:solidFill>
              </a:defRPr>
            </a:lvl2pPr>
            <a:lvl3pPr algn="l">
              <a:defRPr sz="2400" b="1">
                <a:solidFill>
                  <a:srgbClr val="172033"/>
                </a:solidFill>
              </a:defRPr>
            </a:lvl3pPr>
            <a:lvl4pPr algn="l">
              <a:defRPr sz="2400" b="1">
                <a:solidFill>
                  <a:srgbClr val="172033"/>
                </a:solidFill>
              </a:defRPr>
            </a:lvl4pPr>
            <a:lvl5pPr algn="l">
              <a:defRPr sz="2400" b="1">
                <a:solidFill>
                  <a:srgbClr val="172033"/>
                </a:solidFill>
              </a:defRPr>
            </a:lvl5pPr>
            <a:lvl6pPr algn="l">
              <a:defRPr sz="2400" b="1">
                <a:solidFill>
                  <a:srgbClr val="172033"/>
                </a:solidFill>
              </a:defRPr>
            </a:lvl6pPr>
            <a:lvl7pPr algn="l">
              <a:defRPr sz="2400" b="1">
                <a:solidFill>
                  <a:srgbClr val="172033"/>
                </a:solidFill>
              </a:defRPr>
            </a:lvl7pPr>
            <a:lvl8pPr algn="l">
              <a:defRPr sz="2400" b="1">
                <a:solidFill>
                  <a:srgbClr val="172033"/>
                </a:solidFill>
              </a:defRPr>
            </a:lvl8pPr>
            <a:lvl9pPr algn="l">
              <a:defRPr sz="2400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EdgeFlow 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9DEF6-ED62-43E6-ADFD-97F79A16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350" b="1">
                <a:solidFill>
                  <a:srgbClr val="2F6FED"/>
                </a:solidFill>
              </a:defRPr>
            </a:defPPr>
            <a:lvl1pPr algn="r">
              <a:defRPr sz="1350" b="1">
                <a:solidFill>
                  <a:srgbClr val="2F6FED"/>
                </a:solidFill>
              </a:defRPr>
            </a:lvl1pPr>
            <a:lvl2pPr algn="r">
              <a:defRPr sz="1350" b="1">
                <a:solidFill>
                  <a:srgbClr val="2F6FED"/>
                </a:solidFill>
              </a:defRPr>
            </a:lvl2pPr>
            <a:lvl3pPr algn="r">
              <a:defRPr sz="1350" b="1">
                <a:solidFill>
                  <a:srgbClr val="2F6FED"/>
                </a:solidFill>
              </a:defRPr>
            </a:lvl3pPr>
            <a:lvl4pPr algn="r">
              <a:defRPr sz="1350" b="1">
                <a:solidFill>
                  <a:srgbClr val="2F6FED"/>
                </a:solidFill>
              </a:defRPr>
            </a:lvl4pPr>
            <a:lvl5pPr algn="r">
              <a:defRPr sz="1350" b="1">
                <a:solidFill>
                  <a:srgbClr val="2F6FED"/>
                </a:solidFill>
              </a:defRPr>
            </a:lvl5pPr>
            <a:lvl6pPr algn="r">
              <a:defRPr sz="1350" b="1">
                <a:solidFill>
                  <a:srgbClr val="2F6FED"/>
                </a:solidFill>
              </a:defRPr>
            </a:lvl6pPr>
            <a:lvl7pPr algn="r">
              <a:defRPr sz="1350" b="1">
                <a:solidFill>
                  <a:srgbClr val="2F6FED"/>
                </a:solidFill>
              </a:defRPr>
            </a:lvl7pPr>
            <a:lvl8pPr algn="r">
              <a:defRPr sz="1350" b="1">
                <a:solidFill>
                  <a:srgbClr val="2F6FED"/>
                </a:solidFill>
              </a:defRPr>
            </a:lvl8pPr>
            <a:lvl9pPr algn="r">
              <a:defRPr sz="13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 algn="r">
              <a:defRPr sz="1350" b="1">
                <a:solidFill>
                  <a:srgbClr val="2F6FED"/>
                </a:solidFill>
              </a:defRPr>
            </a:pPr>
            <a:r>
              <a:rPr sz="1350" b="1">
                <a:solidFill>
                  <a:srgbClr val="2F6FED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F96CA-2919-422C-B2CE-7A9522E1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9525">
            <a:solidFill>
              <a:srgbClr val="2F6F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43E8B7-D8FF-4A10-8C53-0FE3B947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619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7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518AE8-A376-482E-909F-66E830D2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172033"/>
                </a:solidFill>
              </a:defRPr>
            </a:defPPr>
            <a:lvl1pPr algn="ctr">
              <a:defRPr sz="1425" b="1">
                <a:solidFill>
                  <a:srgbClr val="172033"/>
                </a:solidFill>
              </a:defRPr>
            </a:lvl1pPr>
            <a:lvl2pPr algn="ctr">
              <a:defRPr sz="1425" b="1">
                <a:solidFill>
                  <a:srgbClr val="172033"/>
                </a:solidFill>
              </a:defRPr>
            </a:lvl2pPr>
            <a:lvl3pPr algn="ctr">
              <a:defRPr sz="1425" b="1">
                <a:solidFill>
                  <a:srgbClr val="172033"/>
                </a:solidFill>
              </a:defRPr>
            </a:lvl3pPr>
            <a:lvl4pPr algn="ctr">
              <a:defRPr sz="1425" b="1">
                <a:solidFill>
                  <a:srgbClr val="172033"/>
                </a:solidFill>
              </a:defRPr>
            </a:lvl4pPr>
            <a:lvl5pPr algn="ctr">
              <a:defRPr sz="1425" b="1">
                <a:solidFill>
                  <a:srgbClr val="172033"/>
                </a:solidFill>
              </a:defRPr>
            </a:lvl5pPr>
            <a:lvl6pPr algn="ctr">
              <a:defRPr sz="1425" b="1">
                <a:solidFill>
                  <a:srgbClr val="172033"/>
                </a:solidFill>
              </a:defRPr>
            </a:lvl6pPr>
            <a:lvl7pPr algn="ctr">
              <a:defRPr sz="1425" b="1">
                <a:solidFill>
                  <a:srgbClr val="172033"/>
                </a:solidFill>
              </a:defRPr>
            </a:lvl7pPr>
            <a:lvl8pPr algn="ctr">
              <a:defRPr sz="1425" b="1">
                <a:solidFill>
                  <a:srgbClr val="172033"/>
                </a:solidFill>
              </a:defRPr>
            </a:lvl8pPr>
            <a:lvl9pPr algn="ctr">
              <a:defRPr sz="1425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Client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51E0DF-E401-4DFC-9EB0-F718751B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67000"/>
            <a:ext cx="1619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CE8FF"/>
          </a:solidFill>
          <a:ln xmlns:a="http://schemas.openxmlformats.org/drawingml/2006/main" w="9525">
            <a:solidFill>
              <a:srgbClr val="CBD7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29B3D-40BB-48B7-A2C6-627E7239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384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172033"/>
                </a:solidFill>
              </a:defRPr>
            </a:defPPr>
            <a:lvl1pPr algn="ctr">
              <a:defRPr sz="1425" b="1">
                <a:solidFill>
                  <a:srgbClr val="172033"/>
                </a:solidFill>
              </a:defRPr>
            </a:lvl1pPr>
            <a:lvl2pPr algn="ctr">
              <a:defRPr sz="1425" b="1">
                <a:solidFill>
                  <a:srgbClr val="172033"/>
                </a:solidFill>
              </a:defRPr>
            </a:lvl2pPr>
            <a:lvl3pPr algn="ctr">
              <a:defRPr sz="1425" b="1">
                <a:solidFill>
                  <a:srgbClr val="172033"/>
                </a:solidFill>
              </a:defRPr>
            </a:lvl3pPr>
            <a:lvl4pPr algn="ctr">
              <a:defRPr sz="1425" b="1">
                <a:solidFill>
                  <a:srgbClr val="172033"/>
                </a:solidFill>
              </a:defRPr>
            </a:lvl4pPr>
            <a:lvl5pPr algn="ctr">
              <a:defRPr sz="1425" b="1">
                <a:solidFill>
                  <a:srgbClr val="172033"/>
                </a:solidFill>
              </a:defRPr>
            </a:lvl5pPr>
            <a:lvl6pPr algn="ctr">
              <a:defRPr sz="1425" b="1">
                <a:solidFill>
                  <a:srgbClr val="172033"/>
                </a:solidFill>
              </a:defRPr>
            </a:lvl6pPr>
            <a:lvl7pPr algn="ctr">
              <a:defRPr sz="1425" b="1">
                <a:solidFill>
                  <a:srgbClr val="172033"/>
                </a:solidFill>
              </a:defRPr>
            </a:lvl7pPr>
            <a:lvl8pPr algn="ctr">
              <a:defRPr sz="1425" b="1">
                <a:solidFill>
                  <a:srgbClr val="172033"/>
                </a:solidFill>
              </a:defRPr>
            </a:lvl8pPr>
            <a:lvl9pPr algn="ctr">
              <a:defRPr sz="1425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Dispatcher</a:t>
            </a:r>
          </a:p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port 8800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BA5F5F-84CD-4EE5-A0FA-10D041B0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28875"/>
            <a:ext cx="16192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FF7EA"/>
          </a:solidFill>
          <a:ln xmlns:a="http://schemas.openxmlformats.org/drawingml/2006/main" w="9525">
            <a:solidFill>
              <a:srgbClr val="CBD7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80A6C0-3B53-40E1-B899-3F00DB4B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00325"/>
            <a:ext cx="142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172033"/>
                </a:solidFill>
              </a:defRPr>
            </a:defPPr>
            <a:lvl1pPr algn="ctr">
              <a:defRPr sz="1425" b="1">
                <a:solidFill>
                  <a:srgbClr val="172033"/>
                </a:solidFill>
              </a:defRPr>
            </a:lvl1pPr>
            <a:lvl2pPr algn="ctr">
              <a:defRPr sz="1425" b="1">
                <a:solidFill>
                  <a:srgbClr val="172033"/>
                </a:solidFill>
              </a:defRPr>
            </a:lvl2pPr>
            <a:lvl3pPr algn="ctr">
              <a:defRPr sz="1425" b="1">
                <a:solidFill>
                  <a:srgbClr val="172033"/>
                </a:solidFill>
              </a:defRPr>
            </a:lvl3pPr>
            <a:lvl4pPr algn="ctr">
              <a:defRPr sz="1425" b="1">
                <a:solidFill>
                  <a:srgbClr val="172033"/>
                </a:solidFill>
              </a:defRPr>
            </a:lvl4pPr>
            <a:lvl5pPr algn="ctr">
              <a:defRPr sz="1425" b="1">
                <a:solidFill>
                  <a:srgbClr val="172033"/>
                </a:solidFill>
              </a:defRPr>
            </a:lvl5pPr>
            <a:lvl6pPr algn="ctr">
              <a:defRPr sz="1425" b="1">
                <a:solidFill>
                  <a:srgbClr val="172033"/>
                </a:solidFill>
              </a:defRPr>
            </a:lvl6pPr>
            <a:lvl7pPr algn="ctr">
              <a:defRPr sz="1425" b="1">
                <a:solidFill>
                  <a:srgbClr val="172033"/>
                </a:solidFill>
              </a:defRPr>
            </a:lvl7pPr>
            <a:lvl8pPr algn="ctr">
              <a:defRPr sz="1425" b="1">
                <a:solidFill>
                  <a:srgbClr val="172033"/>
                </a:solidFill>
              </a:defRPr>
            </a:lvl8pPr>
            <a:lvl9pPr algn="ctr">
              <a:defRPr sz="1425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Edge pool</a:t>
            </a:r>
          </a:p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India 8801</a:t>
            </a:r>
          </a:p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Asia 8802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EF652B-D43B-478F-A28E-0E4FF445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67000"/>
            <a:ext cx="1619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E9C7"/>
          </a:solidFill>
          <a:ln xmlns:a="http://schemas.openxmlformats.org/drawingml/2006/main" w="9525">
            <a:solidFill>
              <a:srgbClr val="CBD7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6F544-0F6B-4569-99A7-8EB5CC01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384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172033"/>
                </a:solidFill>
              </a:defRPr>
            </a:defPPr>
            <a:lvl1pPr algn="ctr">
              <a:defRPr sz="1425" b="1">
                <a:solidFill>
                  <a:srgbClr val="172033"/>
                </a:solidFill>
              </a:defRPr>
            </a:lvl1pPr>
            <a:lvl2pPr algn="ctr">
              <a:defRPr sz="1425" b="1">
                <a:solidFill>
                  <a:srgbClr val="172033"/>
                </a:solidFill>
              </a:defRPr>
            </a:lvl2pPr>
            <a:lvl3pPr algn="ctr">
              <a:defRPr sz="1425" b="1">
                <a:solidFill>
                  <a:srgbClr val="172033"/>
                </a:solidFill>
              </a:defRPr>
            </a:lvl3pPr>
            <a:lvl4pPr algn="ctr">
              <a:defRPr sz="1425" b="1">
                <a:solidFill>
                  <a:srgbClr val="172033"/>
                </a:solidFill>
              </a:defRPr>
            </a:lvl4pPr>
            <a:lvl5pPr algn="ctr">
              <a:defRPr sz="1425" b="1">
                <a:solidFill>
                  <a:srgbClr val="172033"/>
                </a:solidFill>
              </a:defRPr>
            </a:lvl5pPr>
            <a:lvl6pPr algn="ctr">
              <a:defRPr sz="1425" b="1">
                <a:solidFill>
                  <a:srgbClr val="172033"/>
                </a:solidFill>
              </a:defRPr>
            </a:lvl6pPr>
            <a:lvl7pPr algn="ctr">
              <a:defRPr sz="1425" b="1">
                <a:solidFill>
                  <a:srgbClr val="172033"/>
                </a:solidFill>
              </a:defRPr>
            </a:lvl7pPr>
            <a:lvl8pPr algn="ctr">
              <a:defRPr sz="1425" b="1">
                <a:solidFill>
                  <a:srgbClr val="172033"/>
                </a:solidFill>
              </a:defRPr>
            </a:lvl8pPr>
            <a:lvl9pPr algn="ctr">
              <a:defRPr sz="1425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Origin</a:t>
            </a:r>
          </a:p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port 8900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E2BDF7-C461-4663-8673-218D2CFF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05125"/>
            <a:ext cx="523875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9525">
            <a:solidFill>
              <a:srgbClr val="2F6F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EE4833-DD01-4288-9D7B-EE746D8E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05125"/>
            <a:ext cx="1000125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9525">
            <a:solidFill>
              <a:srgbClr val="2F6F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72ABE9-F513-4607-B670-340A0813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05125"/>
            <a:ext cx="15240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9525">
            <a:solidFill>
              <a:srgbClr val="2F6F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5BBD2A-FD6D-4E57-8421-2D73DF95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530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2F6FED"/>
                </a:solidFill>
              </a:defRPr>
            </a:defPPr>
            <a:lvl1pPr algn="ctr">
              <a:defRPr sz="1500" b="1">
                <a:solidFill>
                  <a:srgbClr val="2F6FED"/>
                </a:solidFill>
              </a:defRPr>
            </a:lvl1pPr>
            <a:lvl2pPr algn="ctr">
              <a:defRPr sz="1500" b="1">
                <a:solidFill>
                  <a:srgbClr val="2F6FED"/>
                </a:solidFill>
              </a:defRPr>
            </a:lvl2pPr>
            <a:lvl3pPr algn="ctr">
              <a:defRPr sz="1500" b="1">
                <a:solidFill>
                  <a:srgbClr val="2F6FED"/>
                </a:solidFill>
              </a:defRPr>
            </a:lvl3pPr>
            <a:lvl4pPr algn="ctr">
              <a:defRPr sz="1500" b="1">
                <a:solidFill>
                  <a:srgbClr val="2F6FED"/>
                </a:solidFill>
              </a:defRPr>
            </a:lvl4pPr>
            <a:lvl5pPr algn="ctr">
              <a:defRPr sz="1500" b="1">
                <a:solidFill>
                  <a:srgbClr val="2F6FED"/>
                </a:solidFill>
              </a:defRPr>
            </a:lvl5pPr>
            <a:lvl6pPr algn="ctr">
              <a:defRPr sz="1500" b="1">
                <a:solidFill>
                  <a:srgbClr val="2F6FED"/>
                </a:solidFill>
              </a:defRPr>
            </a:lvl6pPr>
            <a:lvl7pPr algn="ctr">
              <a:defRPr sz="1500" b="1">
                <a:solidFill>
                  <a:srgbClr val="2F6FED"/>
                </a:solidFill>
              </a:defRPr>
            </a:lvl7pPr>
            <a:lvl8pPr algn="ctr">
              <a:defRPr sz="1500" b="1">
                <a:solidFill>
                  <a:srgbClr val="2F6FED"/>
                </a:solidFill>
              </a:defRPr>
            </a:lvl8pPr>
            <a:lvl9pPr algn="ctr">
              <a:defRPr sz="15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F6FED"/>
                </a:solidFill>
              </a:defRPr>
            </a:pPr>
            <a:r>
              <a:rPr sz="1500" b="1">
                <a:solidFill>
                  <a:srgbClr val="2F6FED"/>
                </a:solidFill>
              </a:rPr>
              <a:t>TCP + newline-delimited 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49B4E4-595C-4A7C-9189-391B3A2F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292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0">
                <a:solidFill>
                  <a:srgbClr val="5B6980"/>
                </a:solidFill>
              </a:defRPr>
            </a:defPPr>
            <a:lvl1pPr algn="ctr">
              <a:defRPr sz="1425" b="0">
                <a:solidFill>
                  <a:srgbClr val="5B6980"/>
                </a:solidFill>
              </a:defRPr>
            </a:lvl1pPr>
            <a:lvl2pPr algn="ctr">
              <a:defRPr sz="1425" b="0">
                <a:solidFill>
                  <a:srgbClr val="5B6980"/>
                </a:solidFill>
              </a:defRPr>
            </a:lvl2pPr>
            <a:lvl3pPr algn="ctr">
              <a:defRPr sz="1425" b="0">
                <a:solidFill>
                  <a:srgbClr val="5B6980"/>
                </a:solidFill>
              </a:defRPr>
            </a:lvl3pPr>
            <a:lvl4pPr algn="ctr">
              <a:defRPr sz="1425" b="0">
                <a:solidFill>
                  <a:srgbClr val="5B6980"/>
                </a:solidFill>
              </a:defRPr>
            </a:lvl4pPr>
            <a:lvl5pPr algn="ctr">
              <a:defRPr sz="1425" b="0">
                <a:solidFill>
                  <a:srgbClr val="5B6980"/>
                </a:solidFill>
              </a:defRPr>
            </a:lvl5pPr>
            <a:lvl6pPr algn="ctr">
              <a:defRPr sz="1425" b="0">
                <a:solidFill>
                  <a:srgbClr val="5B6980"/>
                </a:solidFill>
              </a:defRPr>
            </a:lvl6pPr>
            <a:lvl7pPr algn="ctr">
              <a:defRPr sz="1425" b="0">
                <a:solidFill>
                  <a:srgbClr val="5B6980"/>
                </a:solidFill>
              </a:defRPr>
            </a:lvl7pPr>
            <a:lvl8pPr algn="ctr">
              <a:defRPr sz="1425" b="0">
                <a:solidFill>
                  <a:srgbClr val="5B6980"/>
                </a:solidFill>
              </a:defRPr>
            </a:lvl8pPr>
            <a:lvl9pPr algn="ctr">
              <a:defRPr sz="1425" b="0">
                <a:solidFill>
                  <a:srgbClr val="5B6980"/>
                </a:solidFill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5B6980"/>
                </a:solidFill>
              </a:defRPr>
            </a:pPr>
            <a:r>
              <a:rPr sz="1425" b="0">
                <a:solidFill>
                  <a:srgbClr val="5B6980"/>
                </a:solidFill>
              </a:rPr>
              <a:t>Separate processes and ports preserve message passing even when all components run on localhost.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0C64E3-716D-4E9D-AA63-C869DD7E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5B6980"/>
                </a:solidFill>
              </a:defRPr>
            </a:defPPr>
            <a:lvl1pPr algn="l">
              <a:defRPr sz="825" b="0">
                <a:solidFill>
                  <a:srgbClr val="5B6980"/>
                </a:solidFill>
              </a:defRPr>
            </a:lvl1pPr>
            <a:lvl2pPr algn="l">
              <a:defRPr sz="825" b="0">
                <a:solidFill>
                  <a:srgbClr val="5B6980"/>
                </a:solidFill>
              </a:defRPr>
            </a:lvl2pPr>
            <a:lvl3pPr algn="l">
              <a:defRPr sz="825" b="0">
                <a:solidFill>
                  <a:srgbClr val="5B6980"/>
                </a:solidFill>
              </a:defRPr>
            </a:lvl3pPr>
            <a:lvl4pPr algn="l">
              <a:defRPr sz="825" b="0">
                <a:solidFill>
                  <a:srgbClr val="5B6980"/>
                </a:solidFill>
              </a:defRPr>
            </a:lvl4pPr>
            <a:lvl5pPr algn="l">
              <a:defRPr sz="825" b="0">
                <a:solidFill>
                  <a:srgbClr val="5B6980"/>
                </a:solidFill>
              </a:defRPr>
            </a:lvl5pPr>
            <a:lvl6pPr algn="l">
              <a:defRPr sz="825" b="0">
                <a:solidFill>
                  <a:srgbClr val="5B6980"/>
                </a:solidFill>
              </a:defRPr>
            </a:lvl6pPr>
            <a:lvl7pPr algn="l">
              <a:defRPr sz="825" b="0">
                <a:solidFill>
                  <a:srgbClr val="5B6980"/>
                </a:solidFill>
              </a:defRPr>
            </a:lvl7pPr>
            <a:lvl8pPr algn="l">
              <a:defRPr sz="825" b="0">
                <a:solidFill>
                  <a:srgbClr val="5B6980"/>
                </a:solidFill>
              </a:defRPr>
            </a:lvl8pPr>
            <a:lvl9pPr algn="l">
              <a:defRPr sz="825" b="0">
                <a:solidFill>
                  <a:srgbClr val="5B6980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B6980"/>
                </a:solidFill>
              </a:defRPr>
            </a:pPr>
            <a:r>
              <a:rPr sz="825" b="0">
                <a:solidFill>
                  <a:srgbClr val="5B6980"/>
                </a:solidFill>
              </a:rPr>
              <a:t>Kumar Shivam   25MCMC34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ECEC10-7377-416E-BA98-BD7B9B60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96050"/>
            <a:ext cx="3105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0">
                <a:solidFill>
                  <a:srgbClr val="5B6980"/>
                </a:solidFill>
              </a:defRPr>
            </a:defPPr>
            <a:lvl1pPr algn="r">
              <a:defRPr sz="825" b="0">
                <a:solidFill>
                  <a:srgbClr val="5B6980"/>
                </a:solidFill>
              </a:defRPr>
            </a:lvl1pPr>
            <a:lvl2pPr algn="r">
              <a:defRPr sz="825" b="0">
                <a:solidFill>
                  <a:srgbClr val="5B6980"/>
                </a:solidFill>
              </a:defRPr>
            </a:lvl2pPr>
            <a:lvl3pPr algn="r">
              <a:defRPr sz="825" b="0">
                <a:solidFill>
                  <a:srgbClr val="5B6980"/>
                </a:solidFill>
              </a:defRPr>
            </a:lvl3pPr>
            <a:lvl4pPr algn="r">
              <a:defRPr sz="825" b="0">
                <a:solidFill>
                  <a:srgbClr val="5B6980"/>
                </a:solidFill>
              </a:defRPr>
            </a:lvl4pPr>
            <a:lvl5pPr algn="r">
              <a:defRPr sz="825" b="0">
                <a:solidFill>
                  <a:srgbClr val="5B6980"/>
                </a:solidFill>
              </a:defRPr>
            </a:lvl5pPr>
            <a:lvl6pPr algn="r">
              <a:defRPr sz="825" b="0">
                <a:solidFill>
                  <a:srgbClr val="5B6980"/>
                </a:solidFill>
              </a:defRPr>
            </a:lvl6pPr>
            <a:lvl7pPr algn="r">
              <a:defRPr sz="825" b="0">
                <a:solidFill>
                  <a:srgbClr val="5B6980"/>
                </a:solidFill>
              </a:defRPr>
            </a:lvl7pPr>
            <a:lvl8pPr algn="r">
              <a:defRPr sz="825" b="0">
                <a:solidFill>
                  <a:srgbClr val="5B6980"/>
                </a:solidFill>
              </a:defRPr>
            </a:lvl8pPr>
            <a:lvl9pPr algn="r">
              <a:defRPr sz="825" b="0">
                <a:solidFill>
                  <a:srgbClr val="5B6980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B6980"/>
                </a:solidFill>
              </a:defRPr>
            </a:pPr>
            <a:r>
              <a:rPr sz="825" b="0">
                <a:solidFill>
                  <a:srgbClr val="5B6980"/>
                </a:solidFill>
              </a:rPr>
              <a:t>Distributed Computing Minor III</a:t>
            </a:r>
          </a:p>
        </p:txBody>
      </p:sp>
    </p:spTree>
    <p:extLst>
      <p:ext uri="{BB962C8B-B14F-4D97-AF65-F5344CB8AC3E}">
        <p14:creationId xmlns:p14="http://schemas.microsoft.com/office/powerpoint/2010/main" val="1813777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C12D54-8098-4B3F-869D-041694C8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172033"/>
                </a:solidFill>
              </a:defRPr>
            </a:defPPr>
            <a:lvl1pPr algn="l">
              <a:defRPr sz="2400" b="1">
                <a:solidFill>
                  <a:srgbClr val="172033"/>
                </a:solidFill>
              </a:defRPr>
            </a:lvl1pPr>
            <a:lvl2pPr algn="l">
              <a:defRPr sz="2400" b="1">
                <a:solidFill>
                  <a:srgbClr val="172033"/>
                </a:solidFill>
              </a:defRPr>
            </a:lvl2pPr>
            <a:lvl3pPr algn="l">
              <a:defRPr sz="2400" b="1">
                <a:solidFill>
                  <a:srgbClr val="172033"/>
                </a:solidFill>
              </a:defRPr>
            </a:lvl3pPr>
            <a:lvl4pPr algn="l">
              <a:defRPr sz="2400" b="1">
                <a:solidFill>
                  <a:srgbClr val="172033"/>
                </a:solidFill>
              </a:defRPr>
            </a:lvl4pPr>
            <a:lvl5pPr algn="l">
              <a:defRPr sz="2400" b="1">
                <a:solidFill>
                  <a:srgbClr val="172033"/>
                </a:solidFill>
              </a:defRPr>
            </a:lvl5pPr>
            <a:lvl6pPr algn="l">
              <a:defRPr sz="2400" b="1">
                <a:solidFill>
                  <a:srgbClr val="172033"/>
                </a:solidFill>
              </a:defRPr>
            </a:lvl6pPr>
            <a:lvl7pPr algn="l">
              <a:defRPr sz="2400" b="1">
                <a:solidFill>
                  <a:srgbClr val="172033"/>
                </a:solidFill>
              </a:defRPr>
            </a:lvl7pPr>
            <a:lvl8pPr algn="l">
              <a:defRPr sz="2400" b="1">
                <a:solidFill>
                  <a:srgbClr val="172033"/>
                </a:solidFill>
              </a:defRPr>
            </a:lvl8pPr>
            <a:lvl9pPr algn="l">
              <a:defRPr sz="2400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Distributed computing paradigms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E6055-D79A-445C-99C1-14F53FE6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350" b="1">
                <a:solidFill>
                  <a:srgbClr val="2F6FED"/>
                </a:solidFill>
              </a:defRPr>
            </a:defPPr>
            <a:lvl1pPr algn="r">
              <a:defRPr sz="1350" b="1">
                <a:solidFill>
                  <a:srgbClr val="2F6FED"/>
                </a:solidFill>
              </a:defRPr>
            </a:lvl1pPr>
            <a:lvl2pPr algn="r">
              <a:defRPr sz="1350" b="1">
                <a:solidFill>
                  <a:srgbClr val="2F6FED"/>
                </a:solidFill>
              </a:defRPr>
            </a:lvl2pPr>
            <a:lvl3pPr algn="r">
              <a:defRPr sz="1350" b="1">
                <a:solidFill>
                  <a:srgbClr val="2F6FED"/>
                </a:solidFill>
              </a:defRPr>
            </a:lvl3pPr>
            <a:lvl4pPr algn="r">
              <a:defRPr sz="1350" b="1">
                <a:solidFill>
                  <a:srgbClr val="2F6FED"/>
                </a:solidFill>
              </a:defRPr>
            </a:lvl4pPr>
            <a:lvl5pPr algn="r">
              <a:defRPr sz="1350" b="1">
                <a:solidFill>
                  <a:srgbClr val="2F6FED"/>
                </a:solidFill>
              </a:defRPr>
            </a:lvl5pPr>
            <a:lvl6pPr algn="r">
              <a:defRPr sz="1350" b="1">
                <a:solidFill>
                  <a:srgbClr val="2F6FED"/>
                </a:solidFill>
              </a:defRPr>
            </a:lvl6pPr>
            <a:lvl7pPr algn="r">
              <a:defRPr sz="1350" b="1">
                <a:solidFill>
                  <a:srgbClr val="2F6FED"/>
                </a:solidFill>
              </a:defRPr>
            </a:lvl7pPr>
            <a:lvl8pPr algn="r">
              <a:defRPr sz="1350" b="1">
                <a:solidFill>
                  <a:srgbClr val="2F6FED"/>
                </a:solidFill>
              </a:defRPr>
            </a:lvl8pPr>
            <a:lvl9pPr algn="r">
              <a:defRPr sz="13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 algn="r">
              <a:defRPr sz="1350" b="1">
                <a:solidFill>
                  <a:srgbClr val="2F6FED"/>
                </a:solidFill>
              </a:defRPr>
            </a:pPr>
            <a:r>
              <a:rPr sz="1350" b="1">
                <a:solidFill>
                  <a:srgbClr val="2F6FED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72DAE-9A3E-4F92-96B6-DC5F6D6B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9525">
            <a:solidFill>
              <a:srgbClr val="2F6F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64D7E-FED7-49F2-82CB-D565A0D4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2F6FED"/>
                </a:solidFill>
              </a:defRPr>
            </a:defPPr>
            <a:lvl1pPr algn="l">
              <a:defRPr sz="1650" b="1">
                <a:solidFill>
                  <a:srgbClr val="2F6FED"/>
                </a:solidFill>
              </a:defRPr>
            </a:lvl1pPr>
            <a:lvl2pPr algn="l">
              <a:defRPr sz="1650" b="1">
                <a:solidFill>
                  <a:srgbClr val="2F6FED"/>
                </a:solidFill>
              </a:defRPr>
            </a:lvl2pPr>
            <a:lvl3pPr algn="l">
              <a:defRPr sz="1650" b="1">
                <a:solidFill>
                  <a:srgbClr val="2F6FED"/>
                </a:solidFill>
              </a:defRPr>
            </a:lvl3pPr>
            <a:lvl4pPr algn="l">
              <a:defRPr sz="1650" b="1">
                <a:solidFill>
                  <a:srgbClr val="2F6FED"/>
                </a:solidFill>
              </a:defRPr>
            </a:lvl4pPr>
            <a:lvl5pPr algn="l">
              <a:defRPr sz="1650" b="1">
                <a:solidFill>
                  <a:srgbClr val="2F6FED"/>
                </a:solidFill>
              </a:defRPr>
            </a:lvl5pPr>
            <a:lvl6pPr algn="l">
              <a:defRPr sz="1650" b="1">
                <a:solidFill>
                  <a:srgbClr val="2F6FED"/>
                </a:solidFill>
              </a:defRPr>
            </a:lvl6pPr>
            <a:lvl7pPr algn="l">
              <a:defRPr sz="1650" b="1">
                <a:solidFill>
                  <a:srgbClr val="2F6FED"/>
                </a:solidFill>
              </a:defRPr>
            </a:lvl7pPr>
            <a:lvl8pPr algn="l">
              <a:defRPr sz="1650" b="1">
                <a:solidFill>
                  <a:srgbClr val="2F6FED"/>
                </a:solidFill>
              </a:defRPr>
            </a:lvl8pPr>
            <a:lvl9pPr algn="l">
              <a:defRPr sz="16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F6FED"/>
                </a:solidFill>
              </a:defRPr>
            </a:pPr>
            <a:r>
              <a:rPr sz="1650" b="1">
                <a:solidFill>
                  <a:srgbClr val="2F6FED"/>
                </a:solidFill>
              </a:rPr>
              <a:t>Client server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0A4704-B80A-4050-A463-94E4A341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287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172033"/>
                </a:solidFill>
              </a:defRPr>
            </a:defPPr>
            <a:lvl1pPr algn="l">
              <a:defRPr sz="1575" b="0">
                <a:solidFill>
                  <a:srgbClr val="172033"/>
                </a:solidFill>
              </a:defRPr>
            </a:lvl1pPr>
            <a:lvl2pPr algn="l">
              <a:defRPr sz="1575" b="0">
                <a:solidFill>
                  <a:srgbClr val="172033"/>
                </a:solidFill>
              </a:defRPr>
            </a:lvl2pPr>
            <a:lvl3pPr algn="l">
              <a:defRPr sz="1575" b="0">
                <a:solidFill>
                  <a:srgbClr val="172033"/>
                </a:solidFill>
              </a:defRPr>
            </a:lvl3pPr>
            <a:lvl4pPr algn="l">
              <a:defRPr sz="1575" b="0">
                <a:solidFill>
                  <a:srgbClr val="172033"/>
                </a:solidFill>
              </a:defRPr>
            </a:lvl4pPr>
            <a:lvl5pPr algn="l">
              <a:defRPr sz="1575" b="0">
                <a:solidFill>
                  <a:srgbClr val="172033"/>
                </a:solidFill>
              </a:defRPr>
            </a:lvl5pPr>
            <a:lvl6pPr algn="l">
              <a:defRPr sz="1575" b="0">
                <a:solidFill>
                  <a:srgbClr val="172033"/>
                </a:solidFill>
              </a:defRPr>
            </a:lvl6pPr>
            <a:lvl7pPr algn="l">
              <a:defRPr sz="1575" b="0">
                <a:solidFill>
                  <a:srgbClr val="172033"/>
                </a:solidFill>
              </a:defRPr>
            </a:lvl7pPr>
            <a:lvl8pPr algn="l">
              <a:defRPr sz="1575" b="0">
                <a:solidFill>
                  <a:srgbClr val="172033"/>
                </a:solidFill>
              </a:defRPr>
            </a:lvl8pPr>
            <a:lvl9pPr algn="l">
              <a:defRPr sz="1575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Client requests a resource through one public entry point.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583DFC-0616-493D-980C-9EA76F5F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2F6FED"/>
                </a:solidFill>
              </a:defRPr>
            </a:defPPr>
            <a:lvl1pPr algn="l">
              <a:defRPr sz="1650" b="1">
                <a:solidFill>
                  <a:srgbClr val="2F6FED"/>
                </a:solidFill>
              </a:defRPr>
            </a:lvl1pPr>
            <a:lvl2pPr algn="l">
              <a:defRPr sz="1650" b="1">
                <a:solidFill>
                  <a:srgbClr val="2F6FED"/>
                </a:solidFill>
              </a:defRPr>
            </a:lvl2pPr>
            <a:lvl3pPr algn="l">
              <a:defRPr sz="1650" b="1">
                <a:solidFill>
                  <a:srgbClr val="2F6FED"/>
                </a:solidFill>
              </a:defRPr>
            </a:lvl3pPr>
            <a:lvl4pPr algn="l">
              <a:defRPr sz="1650" b="1">
                <a:solidFill>
                  <a:srgbClr val="2F6FED"/>
                </a:solidFill>
              </a:defRPr>
            </a:lvl4pPr>
            <a:lvl5pPr algn="l">
              <a:defRPr sz="1650" b="1">
                <a:solidFill>
                  <a:srgbClr val="2F6FED"/>
                </a:solidFill>
              </a:defRPr>
            </a:lvl5pPr>
            <a:lvl6pPr algn="l">
              <a:defRPr sz="1650" b="1">
                <a:solidFill>
                  <a:srgbClr val="2F6FED"/>
                </a:solidFill>
              </a:defRPr>
            </a:lvl6pPr>
            <a:lvl7pPr algn="l">
              <a:defRPr sz="1650" b="1">
                <a:solidFill>
                  <a:srgbClr val="2F6FED"/>
                </a:solidFill>
              </a:defRPr>
            </a:lvl7pPr>
            <a:lvl8pPr algn="l">
              <a:defRPr sz="1650" b="1">
                <a:solidFill>
                  <a:srgbClr val="2F6FED"/>
                </a:solidFill>
              </a:defRPr>
            </a:lvl8pPr>
            <a:lvl9pPr algn="l">
              <a:defRPr sz="16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F6FED"/>
                </a:solidFill>
              </a:defRPr>
            </a:pPr>
            <a:r>
              <a:rPr sz="1650" b="1">
                <a:solidFill>
                  <a:srgbClr val="2F6FED"/>
                </a:solidFill>
              </a:rPr>
              <a:t>Edge computing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DC891-DD60-4B49-85FC-57DD46FC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172033"/>
                </a:solidFill>
              </a:defRPr>
            </a:defPPr>
            <a:lvl1pPr algn="l">
              <a:defRPr sz="1575" b="0">
                <a:solidFill>
                  <a:srgbClr val="172033"/>
                </a:solidFill>
              </a:defRPr>
            </a:lvl1pPr>
            <a:lvl2pPr algn="l">
              <a:defRPr sz="1575" b="0">
                <a:solidFill>
                  <a:srgbClr val="172033"/>
                </a:solidFill>
              </a:defRPr>
            </a:lvl2pPr>
            <a:lvl3pPr algn="l">
              <a:defRPr sz="1575" b="0">
                <a:solidFill>
                  <a:srgbClr val="172033"/>
                </a:solidFill>
              </a:defRPr>
            </a:lvl3pPr>
            <a:lvl4pPr algn="l">
              <a:defRPr sz="1575" b="0">
                <a:solidFill>
                  <a:srgbClr val="172033"/>
                </a:solidFill>
              </a:defRPr>
            </a:lvl4pPr>
            <a:lvl5pPr algn="l">
              <a:defRPr sz="1575" b="0">
                <a:solidFill>
                  <a:srgbClr val="172033"/>
                </a:solidFill>
              </a:defRPr>
            </a:lvl5pPr>
            <a:lvl6pPr algn="l">
              <a:defRPr sz="1575" b="0">
                <a:solidFill>
                  <a:srgbClr val="172033"/>
                </a:solidFill>
              </a:defRPr>
            </a:lvl6pPr>
            <a:lvl7pPr algn="l">
              <a:defRPr sz="1575" b="0">
                <a:solidFill>
                  <a:srgbClr val="172033"/>
                </a:solidFill>
              </a:defRPr>
            </a:lvl7pPr>
            <a:lvl8pPr algn="l">
              <a:defRPr sz="1575" b="0">
                <a:solidFill>
                  <a:srgbClr val="172033"/>
                </a:solidFill>
              </a:defRPr>
            </a:lvl8pPr>
            <a:lvl9pPr algn="l">
              <a:defRPr sz="1575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Edge processes handle requests before the origin.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7A7F0F-6247-4DBE-878C-0093E722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2F6FED"/>
                </a:solidFill>
              </a:defRPr>
            </a:defPPr>
            <a:lvl1pPr algn="l">
              <a:defRPr sz="1650" b="1">
                <a:solidFill>
                  <a:srgbClr val="2F6FED"/>
                </a:solidFill>
              </a:defRPr>
            </a:lvl1pPr>
            <a:lvl2pPr algn="l">
              <a:defRPr sz="1650" b="1">
                <a:solidFill>
                  <a:srgbClr val="2F6FED"/>
                </a:solidFill>
              </a:defRPr>
            </a:lvl2pPr>
            <a:lvl3pPr algn="l">
              <a:defRPr sz="1650" b="1">
                <a:solidFill>
                  <a:srgbClr val="2F6FED"/>
                </a:solidFill>
              </a:defRPr>
            </a:lvl3pPr>
            <a:lvl4pPr algn="l">
              <a:defRPr sz="1650" b="1">
                <a:solidFill>
                  <a:srgbClr val="2F6FED"/>
                </a:solidFill>
              </a:defRPr>
            </a:lvl4pPr>
            <a:lvl5pPr algn="l">
              <a:defRPr sz="1650" b="1">
                <a:solidFill>
                  <a:srgbClr val="2F6FED"/>
                </a:solidFill>
              </a:defRPr>
            </a:lvl5pPr>
            <a:lvl6pPr algn="l">
              <a:defRPr sz="1650" b="1">
                <a:solidFill>
                  <a:srgbClr val="2F6FED"/>
                </a:solidFill>
              </a:defRPr>
            </a:lvl6pPr>
            <a:lvl7pPr algn="l">
              <a:defRPr sz="1650" b="1">
                <a:solidFill>
                  <a:srgbClr val="2F6FED"/>
                </a:solidFill>
              </a:defRPr>
            </a:lvl7pPr>
            <a:lvl8pPr algn="l">
              <a:defRPr sz="1650" b="1">
                <a:solidFill>
                  <a:srgbClr val="2F6FED"/>
                </a:solidFill>
              </a:defRPr>
            </a:lvl8pPr>
            <a:lvl9pPr algn="l">
              <a:defRPr sz="16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F6FED"/>
                </a:solidFill>
              </a:defRPr>
            </a:pPr>
            <a:r>
              <a:rPr sz="1650" b="1">
                <a:solidFill>
                  <a:srgbClr val="2F6FED"/>
                </a:solidFill>
              </a:rPr>
              <a:t>Message passing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173D6C-AE27-4C5D-8FAD-33727727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337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172033"/>
                </a:solidFill>
              </a:defRPr>
            </a:defPPr>
            <a:lvl1pPr algn="l">
              <a:defRPr sz="1575" b="0">
                <a:solidFill>
                  <a:srgbClr val="172033"/>
                </a:solidFill>
              </a:defRPr>
            </a:lvl1pPr>
            <a:lvl2pPr algn="l">
              <a:defRPr sz="1575" b="0">
                <a:solidFill>
                  <a:srgbClr val="172033"/>
                </a:solidFill>
              </a:defRPr>
            </a:lvl2pPr>
            <a:lvl3pPr algn="l">
              <a:defRPr sz="1575" b="0">
                <a:solidFill>
                  <a:srgbClr val="172033"/>
                </a:solidFill>
              </a:defRPr>
            </a:lvl3pPr>
            <a:lvl4pPr algn="l">
              <a:defRPr sz="1575" b="0">
                <a:solidFill>
                  <a:srgbClr val="172033"/>
                </a:solidFill>
              </a:defRPr>
            </a:lvl4pPr>
            <a:lvl5pPr algn="l">
              <a:defRPr sz="1575" b="0">
                <a:solidFill>
                  <a:srgbClr val="172033"/>
                </a:solidFill>
              </a:defRPr>
            </a:lvl5pPr>
            <a:lvl6pPr algn="l">
              <a:defRPr sz="1575" b="0">
                <a:solidFill>
                  <a:srgbClr val="172033"/>
                </a:solidFill>
              </a:defRPr>
            </a:lvl6pPr>
            <a:lvl7pPr algn="l">
              <a:defRPr sz="1575" b="0">
                <a:solidFill>
                  <a:srgbClr val="172033"/>
                </a:solidFill>
              </a:defRPr>
            </a:lvl7pPr>
            <a:lvl8pPr algn="l">
              <a:defRPr sz="1575" b="0">
                <a:solidFill>
                  <a:srgbClr val="172033"/>
                </a:solidFill>
              </a:defRPr>
            </a:lvl8pPr>
            <a:lvl9pPr algn="l">
              <a:defRPr sz="1575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Processes exchange JSON over TCP instead of shared memory.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CBBE17-2595-485C-86D5-6C4052B4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2F6FED"/>
                </a:solidFill>
              </a:defRPr>
            </a:defPPr>
            <a:lvl1pPr algn="l">
              <a:defRPr sz="1650" b="1">
                <a:solidFill>
                  <a:srgbClr val="2F6FED"/>
                </a:solidFill>
              </a:defRPr>
            </a:lvl1pPr>
            <a:lvl2pPr algn="l">
              <a:defRPr sz="1650" b="1">
                <a:solidFill>
                  <a:srgbClr val="2F6FED"/>
                </a:solidFill>
              </a:defRPr>
            </a:lvl2pPr>
            <a:lvl3pPr algn="l">
              <a:defRPr sz="1650" b="1">
                <a:solidFill>
                  <a:srgbClr val="2F6FED"/>
                </a:solidFill>
              </a:defRPr>
            </a:lvl3pPr>
            <a:lvl4pPr algn="l">
              <a:defRPr sz="1650" b="1">
                <a:solidFill>
                  <a:srgbClr val="2F6FED"/>
                </a:solidFill>
              </a:defRPr>
            </a:lvl4pPr>
            <a:lvl5pPr algn="l">
              <a:defRPr sz="1650" b="1">
                <a:solidFill>
                  <a:srgbClr val="2F6FED"/>
                </a:solidFill>
              </a:defRPr>
            </a:lvl5pPr>
            <a:lvl6pPr algn="l">
              <a:defRPr sz="1650" b="1">
                <a:solidFill>
                  <a:srgbClr val="2F6FED"/>
                </a:solidFill>
              </a:defRPr>
            </a:lvl6pPr>
            <a:lvl7pPr algn="l">
              <a:defRPr sz="1650" b="1">
                <a:solidFill>
                  <a:srgbClr val="2F6FED"/>
                </a:solidFill>
              </a:defRPr>
            </a:lvl7pPr>
            <a:lvl8pPr algn="l">
              <a:defRPr sz="1650" b="1">
                <a:solidFill>
                  <a:srgbClr val="2F6FED"/>
                </a:solidFill>
              </a:defRPr>
            </a:lvl8pPr>
            <a:lvl9pPr algn="l">
              <a:defRPr sz="16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F6FED"/>
                </a:solidFill>
              </a:defRPr>
            </a:pPr>
            <a:r>
              <a:rPr sz="1650" b="1">
                <a:solidFill>
                  <a:srgbClr val="2F6FED"/>
                </a:solidFill>
              </a:rPr>
              <a:t>Replication and caching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B42EC0-3282-4DD6-9221-38D6BA75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862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172033"/>
                </a:solidFill>
              </a:defRPr>
            </a:defPPr>
            <a:lvl1pPr algn="l">
              <a:defRPr sz="1575" b="0">
                <a:solidFill>
                  <a:srgbClr val="172033"/>
                </a:solidFill>
              </a:defRPr>
            </a:lvl1pPr>
            <a:lvl2pPr algn="l">
              <a:defRPr sz="1575" b="0">
                <a:solidFill>
                  <a:srgbClr val="172033"/>
                </a:solidFill>
              </a:defRPr>
            </a:lvl2pPr>
            <a:lvl3pPr algn="l">
              <a:defRPr sz="1575" b="0">
                <a:solidFill>
                  <a:srgbClr val="172033"/>
                </a:solidFill>
              </a:defRPr>
            </a:lvl3pPr>
            <a:lvl4pPr algn="l">
              <a:defRPr sz="1575" b="0">
                <a:solidFill>
                  <a:srgbClr val="172033"/>
                </a:solidFill>
              </a:defRPr>
            </a:lvl4pPr>
            <a:lvl5pPr algn="l">
              <a:defRPr sz="1575" b="0">
                <a:solidFill>
                  <a:srgbClr val="172033"/>
                </a:solidFill>
              </a:defRPr>
            </a:lvl5pPr>
            <a:lvl6pPr algn="l">
              <a:defRPr sz="1575" b="0">
                <a:solidFill>
                  <a:srgbClr val="172033"/>
                </a:solidFill>
              </a:defRPr>
            </a:lvl6pPr>
            <a:lvl7pPr algn="l">
              <a:defRPr sz="1575" b="0">
                <a:solidFill>
                  <a:srgbClr val="172033"/>
                </a:solidFill>
              </a:defRPr>
            </a:lvl7pPr>
            <a:lvl8pPr algn="l">
              <a:defRPr sz="1575" b="0">
                <a:solidFill>
                  <a:srgbClr val="172033"/>
                </a:solidFill>
              </a:defRPr>
            </a:lvl8pPr>
            <a:lvl9pPr algn="l">
              <a:defRPr sz="1575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Each edge keeps an independent copy for a fixed TTL.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302BD5-156D-492C-B593-9401801F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2F6FED"/>
                </a:solidFill>
              </a:defRPr>
            </a:defPPr>
            <a:lvl1pPr algn="l">
              <a:defRPr sz="1650" b="1">
                <a:solidFill>
                  <a:srgbClr val="2F6FED"/>
                </a:solidFill>
              </a:defRPr>
            </a:lvl1pPr>
            <a:lvl2pPr algn="l">
              <a:defRPr sz="1650" b="1">
                <a:solidFill>
                  <a:srgbClr val="2F6FED"/>
                </a:solidFill>
              </a:defRPr>
            </a:lvl2pPr>
            <a:lvl3pPr algn="l">
              <a:defRPr sz="1650" b="1">
                <a:solidFill>
                  <a:srgbClr val="2F6FED"/>
                </a:solidFill>
              </a:defRPr>
            </a:lvl3pPr>
            <a:lvl4pPr algn="l">
              <a:defRPr sz="1650" b="1">
                <a:solidFill>
                  <a:srgbClr val="2F6FED"/>
                </a:solidFill>
              </a:defRPr>
            </a:lvl4pPr>
            <a:lvl5pPr algn="l">
              <a:defRPr sz="1650" b="1">
                <a:solidFill>
                  <a:srgbClr val="2F6FED"/>
                </a:solidFill>
              </a:defRPr>
            </a:lvl5pPr>
            <a:lvl6pPr algn="l">
              <a:defRPr sz="1650" b="1">
                <a:solidFill>
                  <a:srgbClr val="2F6FED"/>
                </a:solidFill>
              </a:defRPr>
            </a:lvl6pPr>
            <a:lvl7pPr algn="l">
              <a:defRPr sz="1650" b="1">
                <a:solidFill>
                  <a:srgbClr val="2F6FED"/>
                </a:solidFill>
              </a:defRPr>
            </a:lvl7pPr>
            <a:lvl8pPr algn="l">
              <a:defRPr sz="1650" b="1">
                <a:solidFill>
                  <a:srgbClr val="2F6FED"/>
                </a:solidFill>
              </a:defRPr>
            </a:lvl8pPr>
            <a:lvl9pPr algn="l">
              <a:defRPr sz="16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F6FED"/>
                </a:solidFill>
              </a:defRPr>
            </a:pPr>
            <a:r>
              <a:rPr sz="1650" b="1">
                <a:solidFill>
                  <a:srgbClr val="2F6FED"/>
                </a:solidFill>
              </a:rPr>
              <a:t>Event driven concurrency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08D9C7-4400-4105-BE19-1E2D62CE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387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172033"/>
                </a:solidFill>
              </a:defRPr>
            </a:defPPr>
            <a:lvl1pPr algn="l">
              <a:defRPr sz="1575" b="0">
                <a:solidFill>
                  <a:srgbClr val="172033"/>
                </a:solidFill>
              </a:defRPr>
            </a:lvl1pPr>
            <a:lvl2pPr algn="l">
              <a:defRPr sz="1575" b="0">
                <a:solidFill>
                  <a:srgbClr val="172033"/>
                </a:solidFill>
              </a:defRPr>
            </a:lvl2pPr>
            <a:lvl3pPr algn="l">
              <a:defRPr sz="1575" b="0">
                <a:solidFill>
                  <a:srgbClr val="172033"/>
                </a:solidFill>
              </a:defRPr>
            </a:lvl3pPr>
            <a:lvl4pPr algn="l">
              <a:defRPr sz="1575" b="0">
                <a:solidFill>
                  <a:srgbClr val="172033"/>
                </a:solidFill>
              </a:defRPr>
            </a:lvl4pPr>
            <a:lvl5pPr algn="l">
              <a:defRPr sz="1575" b="0">
                <a:solidFill>
                  <a:srgbClr val="172033"/>
                </a:solidFill>
              </a:defRPr>
            </a:lvl5pPr>
            <a:lvl6pPr algn="l">
              <a:defRPr sz="1575" b="0">
                <a:solidFill>
                  <a:srgbClr val="172033"/>
                </a:solidFill>
              </a:defRPr>
            </a:lvl6pPr>
            <a:lvl7pPr algn="l">
              <a:defRPr sz="1575" b="0">
                <a:solidFill>
                  <a:srgbClr val="172033"/>
                </a:solidFill>
              </a:defRPr>
            </a:lvl7pPr>
            <a:lvl8pPr algn="l">
              <a:defRPr sz="1575" b="0">
                <a:solidFill>
                  <a:srgbClr val="172033"/>
                </a:solidFill>
              </a:defRPr>
            </a:lvl8pPr>
            <a:lvl9pPr algn="l">
              <a:defRPr sz="1575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A threaded handler runs for each accepted connection.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8FAB53-07A6-4DF8-AABC-AB9EB793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5B6980"/>
                </a:solidFill>
              </a:defRPr>
            </a:defPPr>
            <a:lvl1pPr algn="l">
              <a:defRPr sz="825" b="0">
                <a:solidFill>
                  <a:srgbClr val="5B6980"/>
                </a:solidFill>
              </a:defRPr>
            </a:lvl1pPr>
            <a:lvl2pPr algn="l">
              <a:defRPr sz="825" b="0">
                <a:solidFill>
                  <a:srgbClr val="5B6980"/>
                </a:solidFill>
              </a:defRPr>
            </a:lvl2pPr>
            <a:lvl3pPr algn="l">
              <a:defRPr sz="825" b="0">
                <a:solidFill>
                  <a:srgbClr val="5B6980"/>
                </a:solidFill>
              </a:defRPr>
            </a:lvl3pPr>
            <a:lvl4pPr algn="l">
              <a:defRPr sz="825" b="0">
                <a:solidFill>
                  <a:srgbClr val="5B6980"/>
                </a:solidFill>
              </a:defRPr>
            </a:lvl4pPr>
            <a:lvl5pPr algn="l">
              <a:defRPr sz="825" b="0">
                <a:solidFill>
                  <a:srgbClr val="5B6980"/>
                </a:solidFill>
              </a:defRPr>
            </a:lvl5pPr>
            <a:lvl6pPr algn="l">
              <a:defRPr sz="825" b="0">
                <a:solidFill>
                  <a:srgbClr val="5B6980"/>
                </a:solidFill>
              </a:defRPr>
            </a:lvl6pPr>
            <a:lvl7pPr algn="l">
              <a:defRPr sz="825" b="0">
                <a:solidFill>
                  <a:srgbClr val="5B6980"/>
                </a:solidFill>
              </a:defRPr>
            </a:lvl7pPr>
            <a:lvl8pPr algn="l">
              <a:defRPr sz="825" b="0">
                <a:solidFill>
                  <a:srgbClr val="5B6980"/>
                </a:solidFill>
              </a:defRPr>
            </a:lvl8pPr>
            <a:lvl9pPr algn="l">
              <a:defRPr sz="825" b="0">
                <a:solidFill>
                  <a:srgbClr val="5B6980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B6980"/>
                </a:solidFill>
              </a:defRPr>
            </a:pPr>
            <a:r>
              <a:rPr sz="825" b="0">
                <a:solidFill>
                  <a:srgbClr val="5B6980"/>
                </a:solidFill>
              </a:rPr>
              <a:t>Kumar Shivam   25MCMC34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DFA922-507B-4116-A537-34D6D429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96050"/>
            <a:ext cx="3105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0">
                <a:solidFill>
                  <a:srgbClr val="5B6980"/>
                </a:solidFill>
              </a:defRPr>
            </a:defPPr>
            <a:lvl1pPr algn="r">
              <a:defRPr sz="825" b="0">
                <a:solidFill>
                  <a:srgbClr val="5B6980"/>
                </a:solidFill>
              </a:defRPr>
            </a:lvl1pPr>
            <a:lvl2pPr algn="r">
              <a:defRPr sz="825" b="0">
                <a:solidFill>
                  <a:srgbClr val="5B6980"/>
                </a:solidFill>
              </a:defRPr>
            </a:lvl2pPr>
            <a:lvl3pPr algn="r">
              <a:defRPr sz="825" b="0">
                <a:solidFill>
                  <a:srgbClr val="5B6980"/>
                </a:solidFill>
              </a:defRPr>
            </a:lvl3pPr>
            <a:lvl4pPr algn="r">
              <a:defRPr sz="825" b="0">
                <a:solidFill>
                  <a:srgbClr val="5B6980"/>
                </a:solidFill>
              </a:defRPr>
            </a:lvl4pPr>
            <a:lvl5pPr algn="r">
              <a:defRPr sz="825" b="0">
                <a:solidFill>
                  <a:srgbClr val="5B6980"/>
                </a:solidFill>
              </a:defRPr>
            </a:lvl5pPr>
            <a:lvl6pPr algn="r">
              <a:defRPr sz="825" b="0">
                <a:solidFill>
                  <a:srgbClr val="5B6980"/>
                </a:solidFill>
              </a:defRPr>
            </a:lvl6pPr>
            <a:lvl7pPr algn="r">
              <a:defRPr sz="825" b="0">
                <a:solidFill>
                  <a:srgbClr val="5B6980"/>
                </a:solidFill>
              </a:defRPr>
            </a:lvl7pPr>
            <a:lvl8pPr algn="r">
              <a:defRPr sz="825" b="0">
                <a:solidFill>
                  <a:srgbClr val="5B6980"/>
                </a:solidFill>
              </a:defRPr>
            </a:lvl8pPr>
            <a:lvl9pPr algn="r">
              <a:defRPr sz="825" b="0">
                <a:solidFill>
                  <a:srgbClr val="5B6980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B6980"/>
                </a:solidFill>
              </a:defRPr>
            </a:pPr>
            <a:r>
              <a:rPr sz="825" b="0">
                <a:solidFill>
                  <a:srgbClr val="5B6980"/>
                </a:solidFill>
              </a:rPr>
              <a:t>Distributed Computing Minor III</a:t>
            </a:r>
          </a:p>
        </p:txBody>
      </p:sp>
    </p:spTree>
    <p:extLst>
      <p:ext uri="{BB962C8B-B14F-4D97-AF65-F5344CB8AC3E}">
        <p14:creationId xmlns:p14="http://schemas.microsoft.com/office/powerpoint/2010/main" val="9688062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FE0A8E-623B-4FF2-A97F-20CB5A63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172033"/>
                </a:solidFill>
              </a:defRPr>
            </a:defPPr>
            <a:lvl1pPr algn="l">
              <a:defRPr sz="2400" b="1">
                <a:solidFill>
                  <a:srgbClr val="172033"/>
                </a:solidFill>
              </a:defRPr>
            </a:lvl1pPr>
            <a:lvl2pPr algn="l">
              <a:defRPr sz="2400" b="1">
                <a:solidFill>
                  <a:srgbClr val="172033"/>
                </a:solidFill>
              </a:defRPr>
            </a:lvl2pPr>
            <a:lvl3pPr algn="l">
              <a:defRPr sz="2400" b="1">
                <a:solidFill>
                  <a:srgbClr val="172033"/>
                </a:solidFill>
              </a:defRPr>
            </a:lvl3pPr>
            <a:lvl4pPr algn="l">
              <a:defRPr sz="2400" b="1">
                <a:solidFill>
                  <a:srgbClr val="172033"/>
                </a:solidFill>
              </a:defRPr>
            </a:lvl4pPr>
            <a:lvl5pPr algn="l">
              <a:defRPr sz="2400" b="1">
                <a:solidFill>
                  <a:srgbClr val="172033"/>
                </a:solidFill>
              </a:defRPr>
            </a:lvl5pPr>
            <a:lvl6pPr algn="l">
              <a:defRPr sz="2400" b="1">
                <a:solidFill>
                  <a:srgbClr val="172033"/>
                </a:solidFill>
              </a:defRPr>
            </a:lvl6pPr>
            <a:lvl7pPr algn="l">
              <a:defRPr sz="2400" b="1">
                <a:solidFill>
                  <a:srgbClr val="172033"/>
                </a:solidFill>
              </a:defRPr>
            </a:lvl7pPr>
            <a:lvl8pPr algn="l">
              <a:defRPr sz="2400" b="1">
                <a:solidFill>
                  <a:srgbClr val="172033"/>
                </a:solidFill>
              </a:defRPr>
            </a:lvl8pPr>
            <a:lvl9pPr algn="l">
              <a:defRPr sz="2400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Implemented algorithms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097C5E-8061-4CF5-AB82-8601D095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350" b="1">
                <a:solidFill>
                  <a:srgbClr val="2F6FED"/>
                </a:solidFill>
              </a:defRPr>
            </a:defPPr>
            <a:lvl1pPr algn="r">
              <a:defRPr sz="1350" b="1">
                <a:solidFill>
                  <a:srgbClr val="2F6FED"/>
                </a:solidFill>
              </a:defRPr>
            </a:lvl1pPr>
            <a:lvl2pPr algn="r">
              <a:defRPr sz="1350" b="1">
                <a:solidFill>
                  <a:srgbClr val="2F6FED"/>
                </a:solidFill>
              </a:defRPr>
            </a:lvl2pPr>
            <a:lvl3pPr algn="r">
              <a:defRPr sz="1350" b="1">
                <a:solidFill>
                  <a:srgbClr val="2F6FED"/>
                </a:solidFill>
              </a:defRPr>
            </a:lvl3pPr>
            <a:lvl4pPr algn="r">
              <a:defRPr sz="1350" b="1">
                <a:solidFill>
                  <a:srgbClr val="2F6FED"/>
                </a:solidFill>
              </a:defRPr>
            </a:lvl4pPr>
            <a:lvl5pPr algn="r">
              <a:defRPr sz="1350" b="1">
                <a:solidFill>
                  <a:srgbClr val="2F6FED"/>
                </a:solidFill>
              </a:defRPr>
            </a:lvl5pPr>
            <a:lvl6pPr algn="r">
              <a:defRPr sz="1350" b="1">
                <a:solidFill>
                  <a:srgbClr val="2F6FED"/>
                </a:solidFill>
              </a:defRPr>
            </a:lvl6pPr>
            <a:lvl7pPr algn="r">
              <a:defRPr sz="1350" b="1">
                <a:solidFill>
                  <a:srgbClr val="2F6FED"/>
                </a:solidFill>
              </a:defRPr>
            </a:lvl7pPr>
            <a:lvl8pPr algn="r">
              <a:defRPr sz="1350" b="1">
                <a:solidFill>
                  <a:srgbClr val="2F6FED"/>
                </a:solidFill>
              </a:defRPr>
            </a:lvl8pPr>
            <a:lvl9pPr algn="r">
              <a:defRPr sz="13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 algn="r">
              <a:defRPr sz="1350" b="1">
                <a:solidFill>
                  <a:srgbClr val="2F6FED"/>
                </a:solidFill>
              </a:defRPr>
            </a:pPr>
            <a:r>
              <a:rPr sz="1350" b="1">
                <a:solidFill>
                  <a:srgbClr val="2F6FED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6388A5-204D-4BEB-BC5D-389E5804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9525">
            <a:solidFill>
              <a:srgbClr val="2F6F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94B8E3-FCAA-42C8-8E3A-57D001C3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2F6FED"/>
                </a:solidFill>
              </a:defRPr>
            </a:defPPr>
            <a:lvl1pPr algn="l">
              <a:defRPr sz="1800" b="1">
                <a:solidFill>
                  <a:srgbClr val="2F6FED"/>
                </a:solidFill>
              </a:defRPr>
            </a:lvl1pPr>
            <a:lvl2pPr algn="l">
              <a:defRPr sz="1800" b="1">
                <a:solidFill>
                  <a:srgbClr val="2F6FED"/>
                </a:solidFill>
              </a:defRPr>
            </a:lvl2pPr>
            <a:lvl3pPr algn="l">
              <a:defRPr sz="1800" b="1">
                <a:solidFill>
                  <a:srgbClr val="2F6FED"/>
                </a:solidFill>
              </a:defRPr>
            </a:lvl3pPr>
            <a:lvl4pPr algn="l">
              <a:defRPr sz="1800" b="1">
                <a:solidFill>
                  <a:srgbClr val="2F6FED"/>
                </a:solidFill>
              </a:defRPr>
            </a:lvl4pPr>
            <a:lvl5pPr algn="l">
              <a:defRPr sz="1800" b="1">
                <a:solidFill>
                  <a:srgbClr val="2F6FED"/>
                </a:solidFill>
              </a:defRPr>
            </a:lvl5pPr>
            <a:lvl6pPr algn="l">
              <a:defRPr sz="1800" b="1">
                <a:solidFill>
                  <a:srgbClr val="2F6FED"/>
                </a:solidFill>
              </a:defRPr>
            </a:lvl6pPr>
            <a:lvl7pPr algn="l">
              <a:defRPr sz="1800" b="1">
                <a:solidFill>
                  <a:srgbClr val="2F6FED"/>
                </a:solidFill>
              </a:defRPr>
            </a:lvl7pPr>
            <a:lvl8pPr algn="l">
              <a:defRPr sz="1800" b="1">
                <a:solidFill>
                  <a:srgbClr val="2F6FED"/>
                </a:solidFill>
              </a:defRPr>
            </a:lvl8pPr>
            <a:lvl9pPr algn="l">
              <a:defRPr sz="18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F6FED"/>
                </a:solidFill>
              </a:defRPr>
            </a:pPr>
            <a:r>
              <a:rPr sz="1800" b="1">
                <a:solidFill>
                  <a:srgbClr val="2F6FED"/>
                </a:solidFill>
              </a:rPr>
              <a:t>Round robin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3178A4-FB52-4B94-83B0-87888F9B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28750"/>
            <a:ext cx="733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2033"/>
                </a:solidFill>
              </a:defRPr>
            </a:defPPr>
            <a:lvl1pPr algn="l">
              <a:defRPr sz="1500" b="0">
                <a:solidFill>
                  <a:srgbClr val="172033"/>
                </a:solidFill>
              </a:defRPr>
            </a:lvl1pPr>
            <a:lvl2pPr algn="l">
              <a:defRPr sz="1500" b="0">
                <a:solidFill>
                  <a:srgbClr val="172033"/>
                </a:solidFill>
              </a:defRPr>
            </a:lvl2pPr>
            <a:lvl3pPr algn="l">
              <a:defRPr sz="1500" b="0">
                <a:solidFill>
                  <a:srgbClr val="172033"/>
                </a:solidFill>
              </a:defRPr>
            </a:lvl3pPr>
            <a:lvl4pPr algn="l">
              <a:defRPr sz="1500" b="0">
                <a:solidFill>
                  <a:srgbClr val="172033"/>
                </a:solidFill>
              </a:defRPr>
            </a:lvl4pPr>
            <a:lvl5pPr algn="l">
              <a:defRPr sz="1500" b="0">
                <a:solidFill>
                  <a:srgbClr val="172033"/>
                </a:solidFill>
              </a:defRPr>
            </a:lvl5pPr>
            <a:lvl6pPr algn="l">
              <a:defRPr sz="1500" b="0">
                <a:solidFill>
                  <a:srgbClr val="172033"/>
                </a:solidFill>
              </a:defRPr>
            </a:lvl6pPr>
            <a:lvl7pPr algn="l">
              <a:defRPr sz="1500" b="0">
                <a:solidFill>
                  <a:srgbClr val="172033"/>
                </a:solidFill>
              </a:defRPr>
            </a:lvl7pPr>
            <a:lvl8pPr algn="l">
              <a:defRPr sz="1500" b="0">
                <a:solidFill>
                  <a:srgbClr val="172033"/>
                </a:solidFill>
              </a:defRPr>
            </a:lvl8pPr>
            <a:lvl9pPr algn="l">
              <a:defRPr sz="150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The dispatcher rotates the first candidate node for consecutive requests.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BCA00-B7F2-4BDD-8EF1-55BF50C8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2F6FED"/>
                </a:solidFill>
              </a:defRPr>
            </a:defPPr>
            <a:lvl1pPr algn="l">
              <a:defRPr sz="1800" b="1">
                <a:solidFill>
                  <a:srgbClr val="2F6FED"/>
                </a:solidFill>
              </a:defRPr>
            </a:lvl1pPr>
            <a:lvl2pPr algn="l">
              <a:defRPr sz="1800" b="1">
                <a:solidFill>
                  <a:srgbClr val="2F6FED"/>
                </a:solidFill>
              </a:defRPr>
            </a:lvl2pPr>
            <a:lvl3pPr algn="l">
              <a:defRPr sz="1800" b="1">
                <a:solidFill>
                  <a:srgbClr val="2F6FED"/>
                </a:solidFill>
              </a:defRPr>
            </a:lvl3pPr>
            <a:lvl4pPr algn="l">
              <a:defRPr sz="1800" b="1">
                <a:solidFill>
                  <a:srgbClr val="2F6FED"/>
                </a:solidFill>
              </a:defRPr>
            </a:lvl4pPr>
            <a:lvl5pPr algn="l">
              <a:defRPr sz="1800" b="1">
                <a:solidFill>
                  <a:srgbClr val="2F6FED"/>
                </a:solidFill>
              </a:defRPr>
            </a:lvl5pPr>
            <a:lvl6pPr algn="l">
              <a:defRPr sz="1800" b="1">
                <a:solidFill>
                  <a:srgbClr val="2F6FED"/>
                </a:solidFill>
              </a:defRPr>
            </a:lvl6pPr>
            <a:lvl7pPr algn="l">
              <a:defRPr sz="1800" b="1">
                <a:solidFill>
                  <a:srgbClr val="2F6FED"/>
                </a:solidFill>
              </a:defRPr>
            </a:lvl7pPr>
            <a:lvl8pPr algn="l">
              <a:defRPr sz="1800" b="1">
                <a:solidFill>
                  <a:srgbClr val="2F6FED"/>
                </a:solidFill>
              </a:defRPr>
            </a:lvl8pPr>
            <a:lvl9pPr algn="l">
              <a:defRPr sz="18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F6FED"/>
                </a:solidFill>
              </a:defRPr>
            </a:pPr>
            <a:r>
              <a:rPr sz="1800" b="1">
                <a:solidFill>
                  <a:srgbClr val="2F6FED"/>
                </a:solidFill>
              </a:rPr>
              <a:t>Health check and retry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2ED62D-1965-4E92-90FE-B9D39D0F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28900"/>
            <a:ext cx="733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2033"/>
                </a:solidFill>
              </a:defRPr>
            </a:defPPr>
            <a:lvl1pPr algn="l">
              <a:defRPr sz="1500" b="0">
                <a:solidFill>
                  <a:srgbClr val="172033"/>
                </a:solidFill>
              </a:defRPr>
            </a:lvl1pPr>
            <a:lvl2pPr algn="l">
              <a:defRPr sz="1500" b="0">
                <a:solidFill>
                  <a:srgbClr val="172033"/>
                </a:solidFill>
              </a:defRPr>
            </a:lvl2pPr>
            <a:lvl3pPr algn="l">
              <a:defRPr sz="1500" b="0">
                <a:solidFill>
                  <a:srgbClr val="172033"/>
                </a:solidFill>
              </a:defRPr>
            </a:lvl3pPr>
            <a:lvl4pPr algn="l">
              <a:defRPr sz="1500" b="0">
                <a:solidFill>
                  <a:srgbClr val="172033"/>
                </a:solidFill>
              </a:defRPr>
            </a:lvl4pPr>
            <a:lvl5pPr algn="l">
              <a:defRPr sz="1500" b="0">
                <a:solidFill>
                  <a:srgbClr val="172033"/>
                </a:solidFill>
              </a:defRPr>
            </a:lvl5pPr>
            <a:lvl6pPr algn="l">
              <a:defRPr sz="1500" b="0">
                <a:solidFill>
                  <a:srgbClr val="172033"/>
                </a:solidFill>
              </a:defRPr>
            </a:lvl6pPr>
            <a:lvl7pPr algn="l">
              <a:defRPr sz="1500" b="0">
                <a:solidFill>
                  <a:srgbClr val="172033"/>
                </a:solidFill>
              </a:defRPr>
            </a:lvl7pPr>
            <a:lvl8pPr algn="l">
              <a:defRPr sz="1500" b="0">
                <a:solidFill>
                  <a:srgbClr val="172033"/>
                </a:solidFill>
              </a:defRPr>
            </a:lvl8pPr>
            <a:lvl9pPr algn="l">
              <a:defRPr sz="150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PING uses a short timeout. A failed node is skipped and the next node receives the request.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BBEAA-70C6-40D0-BCF7-4912572F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290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2F6FED"/>
                </a:solidFill>
              </a:defRPr>
            </a:defPPr>
            <a:lvl1pPr algn="l">
              <a:defRPr sz="1800" b="1">
                <a:solidFill>
                  <a:srgbClr val="2F6FED"/>
                </a:solidFill>
              </a:defRPr>
            </a:lvl1pPr>
            <a:lvl2pPr algn="l">
              <a:defRPr sz="1800" b="1">
                <a:solidFill>
                  <a:srgbClr val="2F6FED"/>
                </a:solidFill>
              </a:defRPr>
            </a:lvl2pPr>
            <a:lvl3pPr algn="l">
              <a:defRPr sz="1800" b="1">
                <a:solidFill>
                  <a:srgbClr val="2F6FED"/>
                </a:solidFill>
              </a:defRPr>
            </a:lvl3pPr>
            <a:lvl4pPr algn="l">
              <a:defRPr sz="1800" b="1">
                <a:solidFill>
                  <a:srgbClr val="2F6FED"/>
                </a:solidFill>
              </a:defRPr>
            </a:lvl4pPr>
            <a:lvl5pPr algn="l">
              <a:defRPr sz="1800" b="1">
                <a:solidFill>
                  <a:srgbClr val="2F6FED"/>
                </a:solidFill>
              </a:defRPr>
            </a:lvl5pPr>
            <a:lvl6pPr algn="l">
              <a:defRPr sz="1800" b="1">
                <a:solidFill>
                  <a:srgbClr val="2F6FED"/>
                </a:solidFill>
              </a:defRPr>
            </a:lvl6pPr>
            <a:lvl7pPr algn="l">
              <a:defRPr sz="1800" b="1">
                <a:solidFill>
                  <a:srgbClr val="2F6FED"/>
                </a:solidFill>
              </a:defRPr>
            </a:lvl7pPr>
            <a:lvl8pPr algn="l">
              <a:defRPr sz="1800" b="1">
                <a:solidFill>
                  <a:srgbClr val="2F6FED"/>
                </a:solidFill>
              </a:defRPr>
            </a:lvl8pPr>
            <a:lvl9pPr algn="l">
              <a:defRPr sz="18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F6FED"/>
                </a:solidFill>
              </a:defRPr>
            </a:pPr>
            <a:r>
              <a:rPr sz="1800" b="1">
                <a:solidFill>
                  <a:srgbClr val="2F6FED"/>
                </a:solidFill>
              </a:rPr>
              <a:t>TTL cache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0A708A-6B39-4B8C-861E-10C93615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29050"/>
            <a:ext cx="733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2033"/>
                </a:solidFill>
              </a:defRPr>
            </a:defPPr>
            <a:lvl1pPr algn="l">
              <a:defRPr sz="1500" b="0">
                <a:solidFill>
                  <a:srgbClr val="172033"/>
                </a:solidFill>
              </a:defRPr>
            </a:lvl1pPr>
            <a:lvl2pPr algn="l">
              <a:defRPr sz="1500" b="0">
                <a:solidFill>
                  <a:srgbClr val="172033"/>
                </a:solidFill>
              </a:defRPr>
            </a:lvl2pPr>
            <a:lvl3pPr algn="l">
              <a:defRPr sz="1500" b="0">
                <a:solidFill>
                  <a:srgbClr val="172033"/>
                </a:solidFill>
              </a:defRPr>
            </a:lvl3pPr>
            <a:lvl4pPr algn="l">
              <a:defRPr sz="1500" b="0">
                <a:solidFill>
                  <a:srgbClr val="172033"/>
                </a:solidFill>
              </a:defRPr>
            </a:lvl4pPr>
            <a:lvl5pPr algn="l">
              <a:defRPr sz="1500" b="0">
                <a:solidFill>
                  <a:srgbClr val="172033"/>
                </a:solidFill>
              </a:defRPr>
            </a:lvl5pPr>
            <a:lvl6pPr algn="l">
              <a:defRPr sz="1500" b="0">
                <a:solidFill>
                  <a:srgbClr val="172033"/>
                </a:solidFill>
              </a:defRPr>
            </a:lvl6pPr>
            <a:lvl7pPr algn="l">
              <a:defRPr sz="1500" b="0">
                <a:solidFill>
                  <a:srgbClr val="172033"/>
                </a:solidFill>
              </a:defRPr>
            </a:lvl7pPr>
            <a:lvl8pPr algn="l">
              <a:defRPr sz="1500" b="0">
                <a:solidFill>
                  <a:srgbClr val="172033"/>
                </a:solidFill>
              </a:defRPr>
            </a:lvl8pPr>
            <a:lvl9pPr algn="l">
              <a:defRPr sz="150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A valid entry produces HIT. A missing or expired entry fetches from the origin and produces MISS.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235B6F-75B5-493F-A54A-1D9B76D8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2F6FED"/>
                </a:solidFill>
              </a:defRPr>
            </a:defPPr>
            <a:lvl1pPr algn="l">
              <a:defRPr sz="1800" b="1">
                <a:solidFill>
                  <a:srgbClr val="2F6FED"/>
                </a:solidFill>
              </a:defRPr>
            </a:lvl1pPr>
            <a:lvl2pPr algn="l">
              <a:defRPr sz="1800" b="1">
                <a:solidFill>
                  <a:srgbClr val="2F6FED"/>
                </a:solidFill>
              </a:defRPr>
            </a:lvl2pPr>
            <a:lvl3pPr algn="l">
              <a:defRPr sz="1800" b="1">
                <a:solidFill>
                  <a:srgbClr val="2F6FED"/>
                </a:solidFill>
              </a:defRPr>
            </a:lvl3pPr>
            <a:lvl4pPr algn="l">
              <a:defRPr sz="1800" b="1">
                <a:solidFill>
                  <a:srgbClr val="2F6FED"/>
                </a:solidFill>
              </a:defRPr>
            </a:lvl4pPr>
            <a:lvl5pPr algn="l">
              <a:defRPr sz="1800" b="1">
                <a:solidFill>
                  <a:srgbClr val="2F6FED"/>
                </a:solidFill>
              </a:defRPr>
            </a:lvl5pPr>
            <a:lvl6pPr algn="l">
              <a:defRPr sz="1800" b="1">
                <a:solidFill>
                  <a:srgbClr val="2F6FED"/>
                </a:solidFill>
              </a:defRPr>
            </a:lvl6pPr>
            <a:lvl7pPr algn="l">
              <a:defRPr sz="1800" b="1">
                <a:solidFill>
                  <a:srgbClr val="2F6FED"/>
                </a:solidFill>
              </a:defRPr>
            </a:lvl7pPr>
            <a:lvl8pPr algn="l">
              <a:defRPr sz="1800" b="1">
                <a:solidFill>
                  <a:srgbClr val="2F6FED"/>
                </a:solidFill>
              </a:defRPr>
            </a:lvl8pPr>
            <a:lvl9pPr algn="l">
              <a:defRPr sz="18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F6FED"/>
                </a:solidFill>
              </a:defRPr>
            </a:pPr>
            <a:r>
              <a:rPr sz="1800" b="1">
                <a:solidFill>
                  <a:srgbClr val="2F6FED"/>
                </a:solidFill>
              </a:rPr>
              <a:t>Thread per connection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0F1DF3-3917-4F74-891A-7A8777A4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29200"/>
            <a:ext cx="733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2033"/>
                </a:solidFill>
              </a:defRPr>
            </a:defPPr>
            <a:lvl1pPr algn="l">
              <a:defRPr sz="1500" b="0">
                <a:solidFill>
                  <a:srgbClr val="172033"/>
                </a:solidFill>
              </a:defRPr>
            </a:lvl1pPr>
            <a:lvl2pPr algn="l">
              <a:defRPr sz="1500" b="0">
                <a:solidFill>
                  <a:srgbClr val="172033"/>
                </a:solidFill>
              </a:defRPr>
            </a:lvl2pPr>
            <a:lvl3pPr algn="l">
              <a:defRPr sz="1500" b="0">
                <a:solidFill>
                  <a:srgbClr val="172033"/>
                </a:solidFill>
              </a:defRPr>
            </a:lvl3pPr>
            <a:lvl4pPr algn="l">
              <a:defRPr sz="1500" b="0">
                <a:solidFill>
                  <a:srgbClr val="172033"/>
                </a:solidFill>
              </a:defRPr>
            </a:lvl4pPr>
            <a:lvl5pPr algn="l">
              <a:defRPr sz="1500" b="0">
                <a:solidFill>
                  <a:srgbClr val="172033"/>
                </a:solidFill>
              </a:defRPr>
            </a:lvl5pPr>
            <a:lvl6pPr algn="l">
              <a:defRPr sz="1500" b="0">
                <a:solidFill>
                  <a:srgbClr val="172033"/>
                </a:solidFill>
              </a:defRPr>
            </a:lvl6pPr>
            <a:lvl7pPr algn="l">
              <a:defRPr sz="1500" b="0">
                <a:solidFill>
                  <a:srgbClr val="172033"/>
                </a:solidFill>
              </a:defRPr>
            </a:lvl7pPr>
            <a:lvl8pPr algn="l">
              <a:defRPr sz="1500" b="0">
                <a:solidFill>
                  <a:srgbClr val="172033"/>
                </a:solidFill>
              </a:defRPr>
            </a:lvl8pPr>
            <a:lvl9pPr algn="l">
              <a:defRPr sz="150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ThreadingTCPServer lets separate client connections make progress concurrently.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35E15F-EE03-4775-8E40-58B89C22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5B6980"/>
                </a:solidFill>
              </a:defRPr>
            </a:defPPr>
            <a:lvl1pPr algn="l">
              <a:defRPr sz="1125" b="1">
                <a:solidFill>
                  <a:srgbClr val="5B6980"/>
                </a:solidFill>
              </a:defRPr>
            </a:lvl1pPr>
            <a:lvl2pPr algn="l">
              <a:defRPr sz="1125" b="1">
                <a:solidFill>
                  <a:srgbClr val="5B6980"/>
                </a:solidFill>
              </a:defRPr>
            </a:lvl2pPr>
            <a:lvl3pPr algn="l">
              <a:defRPr sz="1125" b="1">
                <a:solidFill>
                  <a:srgbClr val="5B6980"/>
                </a:solidFill>
              </a:defRPr>
            </a:lvl3pPr>
            <a:lvl4pPr algn="l">
              <a:defRPr sz="1125" b="1">
                <a:solidFill>
                  <a:srgbClr val="5B6980"/>
                </a:solidFill>
              </a:defRPr>
            </a:lvl4pPr>
            <a:lvl5pPr algn="l">
              <a:defRPr sz="1125" b="1">
                <a:solidFill>
                  <a:srgbClr val="5B6980"/>
                </a:solidFill>
              </a:defRPr>
            </a:lvl5pPr>
            <a:lvl6pPr algn="l">
              <a:defRPr sz="1125" b="1">
                <a:solidFill>
                  <a:srgbClr val="5B6980"/>
                </a:solidFill>
              </a:defRPr>
            </a:lvl6pPr>
            <a:lvl7pPr algn="l">
              <a:defRPr sz="1125" b="1">
                <a:solidFill>
                  <a:srgbClr val="5B6980"/>
                </a:solidFill>
              </a:defRPr>
            </a:lvl7pPr>
            <a:lvl8pPr algn="l">
              <a:defRPr sz="1125" b="1">
                <a:solidFill>
                  <a:srgbClr val="5B6980"/>
                </a:solidFill>
              </a:defRPr>
            </a:lvl8pPr>
            <a:lvl9pPr algn="l">
              <a:defRPr sz="1125" b="1">
                <a:solidFill>
                  <a:srgbClr val="5B6980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B6980"/>
                </a:solidFill>
              </a:defRPr>
            </a:pPr>
            <a:r>
              <a:rPr sz="1125" b="1">
                <a:solidFill>
                  <a:srgbClr val="5B6980"/>
                </a:solidFill>
              </a:rPr>
              <a:t>Trade-off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D3A630-0B03-4843-8B2A-BD4046B4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2674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5B6980"/>
                </a:solidFill>
              </a:defRPr>
            </a:defPPr>
            <a:lvl1pPr algn="l">
              <a:defRPr sz="1125" b="0">
                <a:solidFill>
                  <a:srgbClr val="5B6980"/>
                </a:solidFill>
              </a:defRPr>
            </a:lvl1pPr>
            <a:lvl2pPr algn="l">
              <a:defRPr sz="1125" b="0">
                <a:solidFill>
                  <a:srgbClr val="5B6980"/>
                </a:solidFill>
              </a:defRPr>
            </a:lvl2pPr>
            <a:lvl3pPr algn="l">
              <a:defRPr sz="1125" b="0">
                <a:solidFill>
                  <a:srgbClr val="5B6980"/>
                </a:solidFill>
              </a:defRPr>
            </a:lvl3pPr>
            <a:lvl4pPr algn="l">
              <a:defRPr sz="1125" b="0">
                <a:solidFill>
                  <a:srgbClr val="5B6980"/>
                </a:solidFill>
              </a:defRPr>
            </a:lvl4pPr>
            <a:lvl5pPr algn="l">
              <a:defRPr sz="1125" b="0">
                <a:solidFill>
                  <a:srgbClr val="5B6980"/>
                </a:solidFill>
              </a:defRPr>
            </a:lvl5pPr>
            <a:lvl6pPr algn="l">
              <a:defRPr sz="1125" b="0">
                <a:solidFill>
                  <a:srgbClr val="5B6980"/>
                </a:solidFill>
              </a:defRPr>
            </a:lvl6pPr>
            <a:lvl7pPr algn="l">
              <a:defRPr sz="1125" b="0">
                <a:solidFill>
                  <a:srgbClr val="5B6980"/>
                </a:solidFill>
              </a:defRPr>
            </a:lvl7pPr>
            <a:lvl8pPr algn="l">
              <a:defRPr sz="1125" b="0">
                <a:solidFill>
                  <a:srgbClr val="5B6980"/>
                </a:solidFill>
              </a:defRPr>
            </a:lvl8pPr>
            <a:lvl9pPr algn="l">
              <a:defRPr sz="1125" b="0">
                <a:solidFill>
                  <a:srgbClr val="5B6980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B6980"/>
                </a:solidFill>
              </a:defRPr>
            </a:pPr>
            <a:r>
              <a:rPr sz="1125" b="0">
                <a:solidFill>
                  <a:srgbClr val="5B6980"/>
                </a:solidFill>
              </a:rPr>
              <a:t>Caching reduces origin work but may return an older version until expiry.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28E82A-BD97-4F24-8E3A-4DA0A014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5B6980"/>
                </a:solidFill>
              </a:defRPr>
            </a:defPPr>
            <a:lvl1pPr algn="l">
              <a:defRPr sz="825" b="0">
                <a:solidFill>
                  <a:srgbClr val="5B6980"/>
                </a:solidFill>
              </a:defRPr>
            </a:lvl1pPr>
            <a:lvl2pPr algn="l">
              <a:defRPr sz="825" b="0">
                <a:solidFill>
                  <a:srgbClr val="5B6980"/>
                </a:solidFill>
              </a:defRPr>
            </a:lvl2pPr>
            <a:lvl3pPr algn="l">
              <a:defRPr sz="825" b="0">
                <a:solidFill>
                  <a:srgbClr val="5B6980"/>
                </a:solidFill>
              </a:defRPr>
            </a:lvl3pPr>
            <a:lvl4pPr algn="l">
              <a:defRPr sz="825" b="0">
                <a:solidFill>
                  <a:srgbClr val="5B6980"/>
                </a:solidFill>
              </a:defRPr>
            </a:lvl4pPr>
            <a:lvl5pPr algn="l">
              <a:defRPr sz="825" b="0">
                <a:solidFill>
                  <a:srgbClr val="5B6980"/>
                </a:solidFill>
              </a:defRPr>
            </a:lvl5pPr>
            <a:lvl6pPr algn="l">
              <a:defRPr sz="825" b="0">
                <a:solidFill>
                  <a:srgbClr val="5B6980"/>
                </a:solidFill>
              </a:defRPr>
            </a:lvl6pPr>
            <a:lvl7pPr algn="l">
              <a:defRPr sz="825" b="0">
                <a:solidFill>
                  <a:srgbClr val="5B6980"/>
                </a:solidFill>
              </a:defRPr>
            </a:lvl7pPr>
            <a:lvl8pPr algn="l">
              <a:defRPr sz="825" b="0">
                <a:solidFill>
                  <a:srgbClr val="5B6980"/>
                </a:solidFill>
              </a:defRPr>
            </a:lvl8pPr>
            <a:lvl9pPr algn="l">
              <a:defRPr sz="825" b="0">
                <a:solidFill>
                  <a:srgbClr val="5B6980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B6980"/>
                </a:solidFill>
              </a:defRPr>
            </a:pPr>
            <a:r>
              <a:rPr sz="825" b="0">
                <a:solidFill>
                  <a:srgbClr val="5B6980"/>
                </a:solidFill>
              </a:rPr>
              <a:t>Kumar Shivam   25MCMC34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13EA8E-A366-46D8-BB1C-823FCE35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96050"/>
            <a:ext cx="3105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0">
                <a:solidFill>
                  <a:srgbClr val="5B6980"/>
                </a:solidFill>
              </a:defRPr>
            </a:defPPr>
            <a:lvl1pPr algn="r">
              <a:defRPr sz="825" b="0">
                <a:solidFill>
                  <a:srgbClr val="5B6980"/>
                </a:solidFill>
              </a:defRPr>
            </a:lvl1pPr>
            <a:lvl2pPr algn="r">
              <a:defRPr sz="825" b="0">
                <a:solidFill>
                  <a:srgbClr val="5B6980"/>
                </a:solidFill>
              </a:defRPr>
            </a:lvl2pPr>
            <a:lvl3pPr algn="r">
              <a:defRPr sz="825" b="0">
                <a:solidFill>
                  <a:srgbClr val="5B6980"/>
                </a:solidFill>
              </a:defRPr>
            </a:lvl3pPr>
            <a:lvl4pPr algn="r">
              <a:defRPr sz="825" b="0">
                <a:solidFill>
                  <a:srgbClr val="5B6980"/>
                </a:solidFill>
              </a:defRPr>
            </a:lvl4pPr>
            <a:lvl5pPr algn="r">
              <a:defRPr sz="825" b="0">
                <a:solidFill>
                  <a:srgbClr val="5B6980"/>
                </a:solidFill>
              </a:defRPr>
            </a:lvl5pPr>
            <a:lvl6pPr algn="r">
              <a:defRPr sz="825" b="0">
                <a:solidFill>
                  <a:srgbClr val="5B6980"/>
                </a:solidFill>
              </a:defRPr>
            </a:lvl6pPr>
            <a:lvl7pPr algn="r">
              <a:defRPr sz="825" b="0">
                <a:solidFill>
                  <a:srgbClr val="5B6980"/>
                </a:solidFill>
              </a:defRPr>
            </a:lvl7pPr>
            <a:lvl8pPr algn="r">
              <a:defRPr sz="825" b="0">
                <a:solidFill>
                  <a:srgbClr val="5B6980"/>
                </a:solidFill>
              </a:defRPr>
            </a:lvl8pPr>
            <a:lvl9pPr algn="r">
              <a:defRPr sz="825" b="0">
                <a:solidFill>
                  <a:srgbClr val="5B6980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B6980"/>
                </a:solidFill>
              </a:defRPr>
            </a:pPr>
            <a:r>
              <a:rPr sz="825" b="0">
                <a:solidFill>
                  <a:srgbClr val="5B6980"/>
                </a:solidFill>
              </a:rPr>
              <a:t>Distributed Computing Minor III</a:t>
            </a:r>
          </a:p>
        </p:txBody>
      </p:sp>
    </p:spTree>
    <p:extLst>
      <p:ext uri="{BB962C8B-B14F-4D97-AF65-F5344CB8AC3E}">
        <p14:creationId xmlns:p14="http://schemas.microsoft.com/office/powerpoint/2010/main" val="776203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19A3E9-F73A-44D0-B508-254F019B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172033"/>
                </a:solidFill>
              </a:defRPr>
            </a:defPPr>
            <a:lvl1pPr algn="l">
              <a:defRPr sz="2400" b="1">
                <a:solidFill>
                  <a:srgbClr val="172033"/>
                </a:solidFill>
              </a:defRPr>
            </a:lvl1pPr>
            <a:lvl2pPr algn="l">
              <a:defRPr sz="2400" b="1">
                <a:solidFill>
                  <a:srgbClr val="172033"/>
                </a:solidFill>
              </a:defRPr>
            </a:lvl2pPr>
            <a:lvl3pPr algn="l">
              <a:defRPr sz="2400" b="1">
                <a:solidFill>
                  <a:srgbClr val="172033"/>
                </a:solidFill>
              </a:defRPr>
            </a:lvl3pPr>
            <a:lvl4pPr algn="l">
              <a:defRPr sz="2400" b="1">
                <a:solidFill>
                  <a:srgbClr val="172033"/>
                </a:solidFill>
              </a:defRPr>
            </a:lvl4pPr>
            <a:lvl5pPr algn="l">
              <a:defRPr sz="2400" b="1">
                <a:solidFill>
                  <a:srgbClr val="172033"/>
                </a:solidFill>
              </a:defRPr>
            </a:lvl5pPr>
            <a:lvl6pPr algn="l">
              <a:defRPr sz="2400" b="1">
                <a:solidFill>
                  <a:srgbClr val="172033"/>
                </a:solidFill>
              </a:defRPr>
            </a:lvl6pPr>
            <a:lvl7pPr algn="l">
              <a:defRPr sz="2400" b="1">
                <a:solidFill>
                  <a:srgbClr val="172033"/>
                </a:solidFill>
              </a:defRPr>
            </a:lvl7pPr>
            <a:lvl8pPr algn="l">
              <a:defRPr sz="2400" b="1">
                <a:solidFill>
                  <a:srgbClr val="172033"/>
                </a:solidFill>
              </a:defRPr>
            </a:lvl8pPr>
            <a:lvl9pPr algn="l">
              <a:defRPr sz="2400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Cache behavior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D0504-852D-47CB-9E37-7C01F837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350" b="1">
                <a:solidFill>
                  <a:srgbClr val="2F6FED"/>
                </a:solidFill>
              </a:defRPr>
            </a:defPPr>
            <a:lvl1pPr algn="r">
              <a:defRPr sz="1350" b="1">
                <a:solidFill>
                  <a:srgbClr val="2F6FED"/>
                </a:solidFill>
              </a:defRPr>
            </a:lvl1pPr>
            <a:lvl2pPr algn="r">
              <a:defRPr sz="1350" b="1">
                <a:solidFill>
                  <a:srgbClr val="2F6FED"/>
                </a:solidFill>
              </a:defRPr>
            </a:lvl2pPr>
            <a:lvl3pPr algn="r">
              <a:defRPr sz="1350" b="1">
                <a:solidFill>
                  <a:srgbClr val="2F6FED"/>
                </a:solidFill>
              </a:defRPr>
            </a:lvl3pPr>
            <a:lvl4pPr algn="r">
              <a:defRPr sz="1350" b="1">
                <a:solidFill>
                  <a:srgbClr val="2F6FED"/>
                </a:solidFill>
              </a:defRPr>
            </a:lvl4pPr>
            <a:lvl5pPr algn="r">
              <a:defRPr sz="1350" b="1">
                <a:solidFill>
                  <a:srgbClr val="2F6FED"/>
                </a:solidFill>
              </a:defRPr>
            </a:lvl5pPr>
            <a:lvl6pPr algn="r">
              <a:defRPr sz="1350" b="1">
                <a:solidFill>
                  <a:srgbClr val="2F6FED"/>
                </a:solidFill>
              </a:defRPr>
            </a:lvl6pPr>
            <a:lvl7pPr algn="r">
              <a:defRPr sz="1350" b="1">
                <a:solidFill>
                  <a:srgbClr val="2F6FED"/>
                </a:solidFill>
              </a:defRPr>
            </a:lvl7pPr>
            <a:lvl8pPr algn="r">
              <a:defRPr sz="1350" b="1">
                <a:solidFill>
                  <a:srgbClr val="2F6FED"/>
                </a:solidFill>
              </a:defRPr>
            </a:lvl8pPr>
            <a:lvl9pPr algn="r">
              <a:defRPr sz="13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 algn="r">
              <a:defRPr sz="1350" b="1">
                <a:solidFill>
                  <a:srgbClr val="2F6FED"/>
                </a:solidFill>
              </a:defRPr>
            </a:pPr>
            <a:r>
              <a:rPr sz="1350" b="1">
                <a:solidFill>
                  <a:srgbClr val="2F6FED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EEE7E-C973-4C84-B25C-9E215296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9525">
            <a:solidFill>
              <a:srgbClr val="2F6FED"/>
            </a:solidFill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D58714-C90B-48BF-9074-031C3BA32F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b5fc6b94b3476d"/>
          <a:stretch xmlns:a="http://schemas.openxmlformats.org/drawingml/2006/main"/>
        </p:blipFill>
        <p:spPr>
          <a:xfrm xmlns:a="http://schemas.openxmlformats.org/drawingml/2006/main">
            <a:off x="666750" y="1381125"/>
            <a:ext cx="7239000" cy="4524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9B5BF-8C03-4909-82BF-BF7829E7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00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2F6FED"/>
                </a:solidFill>
              </a:defRPr>
            </a:defPPr>
            <a:lvl1pPr algn="l">
              <a:defRPr sz="1725" b="1">
                <a:solidFill>
                  <a:srgbClr val="2F6FED"/>
                </a:solidFill>
              </a:defRPr>
            </a:lvl1pPr>
            <a:lvl2pPr algn="l">
              <a:defRPr sz="1725" b="1">
                <a:solidFill>
                  <a:srgbClr val="2F6FED"/>
                </a:solidFill>
              </a:defRPr>
            </a:lvl2pPr>
            <a:lvl3pPr algn="l">
              <a:defRPr sz="1725" b="1">
                <a:solidFill>
                  <a:srgbClr val="2F6FED"/>
                </a:solidFill>
              </a:defRPr>
            </a:lvl3pPr>
            <a:lvl4pPr algn="l">
              <a:defRPr sz="1725" b="1">
                <a:solidFill>
                  <a:srgbClr val="2F6FED"/>
                </a:solidFill>
              </a:defRPr>
            </a:lvl4pPr>
            <a:lvl5pPr algn="l">
              <a:defRPr sz="1725" b="1">
                <a:solidFill>
                  <a:srgbClr val="2F6FED"/>
                </a:solidFill>
              </a:defRPr>
            </a:lvl5pPr>
            <a:lvl6pPr algn="l">
              <a:defRPr sz="1725" b="1">
                <a:solidFill>
                  <a:srgbClr val="2F6FED"/>
                </a:solidFill>
              </a:defRPr>
            </a:lvl6pPr>
            <a:lvl7pPr algn="l">
              <a:defRPr sz="1725" b="1">
                <a:solidFill>
                  <a:srgbClr val="2F6FED"/>
                </a:solidFill>
              </a:defRPr>
            </a:lvl7pPr>
            <a:lvl8pPr algn="l">
              <a:defRPr sz="1725" b="1">
                <a:solidFill>
                  <a:srgbClr val="2F6FED"/>
                </a:solidFill>
              </a:defRPr>
            </a:lvl8pPr>
            <a:lvl9pPr algn="l">
              <a:defRPr sz="1725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F6FED"/>
                </a:solidFill>
              </a:defRPr>
            </a:pPr>
            <a:r>
              <a:rPr sz="1725" b="1">
                <a:solidFill>
                  <a:srgbClr val="2F6FED"/>
                </a:solidFill>
              </a:rPr>
              <a:t>Observed sequence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1B869-819A-4BB7-9BFF-C77216B0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2F6FED"/>
                </a:solidFill>
              </a:defRPr>
            </a:defPPr>
            <a:lvl1pPr algn="l">
              <a:defRPr sz="1350" b="1">
                <a:solidFill>
                  <a:srgbClr val="2F6FED"/>
                </a:solidFill>
              </a:defRPr>
            </a:lvl1pPr>
            <a:lvl2pPr algn="l">
              <a:defRPr sz="1350" b="1">
                <a:solidFill>
                  <a:srgbClr val="2F6FED"/>
                </a:solidFill>
              </a:defRPr>
            </a:lvl2pPr>
            <a:lvl3pPr algn="l">
              <a:defRPr sz="1350" b="1">
                <a:solidFill>
                  <a:srgbClr val="2F6FED"/>
                </a:solidFill>
              </a:defRPr>
            </a:lvl3pPr>
            <a:lvl4pPr algn="l">
              <a:defRPr sz="1350" b="1">
                <a:solidFill>
                  <a:srgbClr val="2F6FED"/>
                </a:solidFill>
              </a:defRPr>
            </a:lvl4pPr>
            <a:lvl5pPr algn="l">
              <a:defRPr sz="1350" b="1">
                <a:solidFill>
                  <a:srgbClr val="2F6FED"/>
                </a:solidFill>
              </a:defRPr>
            </a:lvl5pPr>
            <a:lvl6pPr algn="l">
              <a:defRPr sz="1350" b="1">
                <a:solidFill>
                  <a:srgbClr val="2F6FED"/>
                </a:solidFill>
              </a:defRPr>
            </a:lvl6pPr>
            <a:lvl7pPr algn="l">
              <a:defRPr sz="1350" b="1">
                <a:solidFill>
                  <a:srgbClr val="2F6FED"/>
                </a:solidFill>
              </a:defRPr>
            </a:lvl7pPr>
            <a:lvl8pPr algn="l">
              <a:defRPr sz="1350" b="1">
                <a:solidFill>
                  <a:srgbClr val="2F6FED"/>
                </a:solidFill>
              </a:defRPr>
            </a:lvl8pPr>
            <a:lvl9pPr algn="l">
              <a:defRPr sz="13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F6FED"/>
                </a:solidFill>
              </a:defRPr>
            </a:pPr>
            <a:r>
              <a:rPr sz="1350" b="1">
                <a:solidFill>
                  <a:srgbClr val="2F6FED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C141AB-AFC8-48A3-8A39-AC1E53BF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90750"/>
            <a:ext cx="2724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Edge India: MISS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267971-DEB1-42B0-8723-0A560C18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765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2F6FED"/>
                </a:solidFill>
              </a:defRPr>
            </a:defPPr>
            <a:lvl1pPr algn="l">
              <a:defRPr sz="1350" b="1">
                <a:solidFill>
                  <a:srgbClr val="2F6FED"/>
                </a:solidFill>
              </a:defRPr>
            </a:lvl1pPr>
            <a:lvl2pPr algn="l">
              <a:defRPr sz="1350" b="1">
                <a:solidFill>
                  <a:srgbClr val="2F6FED"/>
                </a:solidFill>
              </a:defRPr>
            </a:lvl2pPr>
            <a:lvl3pPr algn="l">
              <a:defRPr sz="1350" b="1">
                <a:solidFill>
                  <a:srgbClr val="2F6FED"/>
                </a:solidFill>
              </a:defRPr>
            </a:lvl3pPr>
            <a:lvl4pPr algn="l">
              <a:defRPr sz="1350" b="1">
                <a:solidFill>
                  <a:srgbClr val="2F6FED"/>
                </a:solidFill>
              </a:defRPr>
            </a:lvl4pPr>
            <a:lvl5pPr algn="l">
              <a:defRPr sz="1350" b="1">
                <a:solidFill>
                  <a:srgbClr val="2F6FED"/>
                </a:solidFill>
              </a:defRPr>
            </a:lvl5pPr>
            <a:lvl6pPr algn="l">
              <a:defRPr sz="1350" b="1">
                <a:solidFill>
                  <a:srgbClr val="2F6FED"/>
                </a:solidFill>
              </a:defRPr>
            </a:lvl6pPr>
            <a:lvl7pPr algn="l">
              <a:defRPr sz="1350" b="1">
                <a:solidFill>
                  <a:srgbClr val="2F6FED"/>
                </a:solidFill>
              </a:defRPr>
            </a:lvl7pPr>
            <a:lvl8pPr algn="l">
              <a:defRPr sz="1350" b="1">
                <a:solidFill>
                  <a:srgbClr val="2F6FED"/>
                </a:solidFill>
              </a:defRPr>
            </a:lvl8pPr>
            <a:lvl9pPr algn="l">
              <a:defRPr sz="13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F6FED"/>
                </a:solidFill>
              </a:defRPr>
            </a:pPr>
            <a:r>
              <a:rPr sz="1350" b="1">
                <a:solidFill>
                  <a:srgbClr val="2F6FED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74BE5-9BBD-4E63-9D88-466CE1A1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76550"/>
            <a:ext cx="2724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Edge Asia: MISS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4A699-01F1-4222-B361-9DB3331A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623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2F6FED"/>
                </a:solidFill>
              </a:defRPr>
            </a:defPPr>
            <a:lvl1pPr algn="l">
              <a:defRPr sz="1350" b="1">
                <a:solidFill>
                  <a:srgbClr val="2F6FED"/>
                </a:solidFill>
              </a:defRPr>
            </a:lvl1pPr>
            <a:lvl2pPr algn="l">
              <a:defRPr sz="1350" b="1">
                <a:solidFill>
                  <a:srgbClr val="2F6FED"/>
                </a:solidFill>
              </a:defRPr>
            </a:lvl2pPr>
            <a:lvl3pPr algn="l">
              <a:defRPr sz="1350" b="1">
                <a:solidFill>
                  <a:srgbClr val="2F6FED"/>
                </a:solidFill>
              </a:defRPr>
            </a:lvl3pPr>
            <a:lvl4pPr algn="l">
              <a:defRPr sz="1350" b="1">
                <a:solidFill>
                  <a:srgbClr val="2F6FED"/>
                </a:solidFill>
              </a:defRPr>
            </a:lvl4pPr>
            <a:lvl5pPr algn="l">
              <a:defRPr sz="1350" b="1">
                <a:solidFill>
                  <a:srgbClr val="2F6FED"/>
                </a:solidFill>
              </a:defRPr>
            </a:lvl5pPr>
            <a:lvl6pPr algn="l">
              <a:defRPr sz="1350" b="1">
                <a:solidFill>
                  <a:srgbClr val="2F6FED"/>
                </a:solidFill>
              </a:defRPr>
            </a:lvl6pPr>
            <a:lvl7pPr algn="l">
              <a:defRPr sz="1350" b="1">
                <a:solidFill>
                  <a:srgbClr val="2F6FED"/>
                </a:solidFill>
              </a:defRPr>
            </a:lvl7pPr>
            <a:lvl8pPr algn="l">
              <a:defRPr sz="1350" b="1">
                <a:solidFill>
                  <a:srgbClr val="2F6FED"/>
                </a:solidFill>
              </a:defRPr>
            </a:lvl8pPr>
            <a:lvl9pPr algn="l">
              <a:defRPr sz="13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F6FED"/>
                </a:solidFill>
              </a:defRPr>
            </a:pPr>
            <a:r>
              <a:rPr sz="1350" b="1">
                <a:solidFill>
                  <a:srgbClr val="2F6FED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6BF4E6-36AE-4A14-B42C-E01F8AF6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62350"/>
            <a:ext cx="2724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Edge India: HIT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DC71C7-2313-4C59-85B3-4EBC227B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481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2F6FED"/>
                </a:solidFill>
              </a:defRPr>
            </a:defPPr>
            <a:lvl1pPr algn="l">
              <a:defRPr sz="1350" b="1">
                <a:solidFill>
                  <a:srgbClr val="2F6FED"/>
                </a:solidFill>
              </a:defRPr>
            </a:lvl1pPr>
            <a:lvl2pPr algn="l">
              <a:defRPr sz="1350" b="1">
                <a:solidFill>
                  <a:srgbClr val="2F6FED"/>
                </a:solidFill>
              </a:defRPr>
            </a:lvl2pPr>
            <a:lvl3pPr algn="l">
              <a:defRPr sz="1350" b="1">
                <a:solidFill>
                  <a:srgbClr val="2F6FED"/>
                </a:solidFill>
              </a:defRPr>
            </a:lvl3pPr>
            <a:lvl4pPr algn="l">
              <a:defRPr sz="1350" b="1">
                <a:solidFill>
                  <a:srgbClr val="2F6FED"/>
                </a:solidFill>
              </a:defRPr>
            </a:lvl4pPr>
            <a:lvl5pPr algn="l">
              <a:defRPr sz="1350" b="1">
                <a:solidFill>
                  <a:srgbClr val="2F6FED"/>
                </a:solidFill>
              </a:defRPr>
            </a:lvl5pPr>
            <a:lvl6pPr algn="l">
              <a:defRPr sz="1350" b="1">
                <a:solidFill>
                  <a:srgbClr val="2F6FED"/>
                </a:solidFill>
              </a:defRPr>
            </a:lvl6pPr>
            <a:lvl7pPr algn="l">
              <a:defRPr sz="1350" b="1">
                <a:solidFill>
                  <a:srgbClr val="2F6FED"/>
                </a:solidFill>
              </a:defRPr>
            </a:lvl7pPr>
            <a:lvl8pPr algn="l">
              <a:defRPr sz="1350" b="1">
                <a:solidFill>
                  <a:srgbClr val="2F6FED"/>
                </a:solidFill>
              </a:defRPr>
            </a:lvl8pPr>
            <a:lvl9pPr algn="l">
              <a:defRPr sz="13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F6FED"/>
                </a:solidFill>
              </a:defRPr>
            </a:pPr>
            <a:r>
              <a:rPr sz="1350" b="1">
                <a:solidFill>
                  <a:srgbClr val="2F6FED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2D0059-E10F-462D-821C-7229FB63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48150"/>
            <a:ext cx="2724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Origin lookup avoided on the hit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DBE6A3-C551-49C9-8C5A-BA2AEDBA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5B6980"/>
                </a:solidFill>
              </a:defRPr>
            </a:defPPr>
            <a:lvl1pPr algn="l">
              <a:defRPr sz="825" b="0">
                <a:solidFill>
                  <a:srgbClr val="5B6980"/>
                </a:solidFill>
              </a:defRPr>
            </a:lvl1pPr>
            <a:lvl2pPr algn="l">
              <a:defRPr sz="825" b="0">
                <a:solidFill>
                  <a:srgbClr val="5B6980"/>
                </a:solidFill>
              </a:defRPr>
            </a:lvl2pPr>
            <a:lvl3pPr algn="l">
              <a:defRPr sz="825" b="0">
                <a:solidFill>
                  <a:srgbClr val="5B6980"/>
                </a:solidFill>
              </a:defRPr>
            </a:lvl3pPr>
            <a:lvl4pPr algn="l">
              <a:defRPr sz="825" b="0">
                <a:solidFill>
                  <a:srgbClr val="5B6980"/>
                </a:solidFill>
              </a:defRPr>
            </a:lvl4pPr>
            <a:lvl5pPr algn="l">
              <a:defRPr sz="825" b="0">
                <a:solidFill>
                  <a:srgbClr val="5B6980"/>
                </a:solidFill>
              </a:defRPr>
            </a:lvl5pPr>
            <a:lvl6pPr algn="l">
              <a:defRPr sz="825" b="0">
                <a:solidFill>
                  <a:srgbClr val="5B6980"/>
                </a:solidFill>
              </a:defRPr>
            </a:lvl6pPr>
            <a:lvl7pPr algn="l">
              <a:defRPr sz="825" b="0">
                <a:solidFill>
                  <a:srgbClr val="5B6980"/>
                </a:solidFill>
              </a:defRPr>
            </a:lvl7pPr>
            <a:lvl8pPr algn="l">
              <a:defRPr sz="825" b="0">
                <a:solidFill>
                  <a:srgbClr val="5B6980"/>
                </a:solidFill>
              </a:defRPr>
            </a:lvl8pPr>
            <a:lvl9pPr algn="l">
              <a:defRPr sz="825" b="0">
                <a:solidFill>
                  <a:srgbClr val="5B6980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B6980"/>
                </a:solidFill>
              </a:defRPr>
            </a:pPr>
            <a:r>
              <a:rPr sz="825" b="0">
                <a:solidFill>
                  <a:srgbClr val="5B6980"/>
                </a:solidFill>
              </a:rPr>
              <a:t>Kumar Shivam   25MCMC34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B9609B-4C49-4A8A-AF69-982622E7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96050"/>
            <a:ext cx="3105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0">
                <a:solidFill>
                  <a:srgbClr val="5B6980"/>
                </a:solidFill>
              </a:defRPr>
            </a:defPPr>
            <a:lvl1pPr algn="r">
              <a:defRPr sz="825" b="0">
                <a:solidFill>
                  <a:srgbClr val="5B6980"/>
                </a:solidFill>
              </a:defRPr>
            </a:lvl1pPr>
            <a:lvl2pPr algn="r">
              <a:defRPr sz="825" b="0">
                <a:solidFill>
                  <a:srgbClr val="5B6980"/>
                </a:solidFill>
              </a:defRPr>
            </a:lvl2pPr>
            <a:lvl3pPr algn="r">
              <a:defRPr sz="825" b="0">
                <a:solidFill>
                  <a:srgbClr val="5B6980"/>
                </a:solidFill>
              </a:defRPr>
            </a:lvl3pPr>
            <a:lvl4pPr algn="r">
              <a:defRPr sz="825" b="0">
                <a:solidFill>
                  <a:srgbClr val="5B6980"/>
                </a:solidFill>
              </a:defRPr>
            </a:lvl4pPr>
            <a:lvl5pPr algn="r">
              <a:defRPr sz="825" b="0">
                <a:solidFill>
                  <a:srgbClr val="5B6980"/>
                </a:solidFill>
              </a:defRPr>
            </a:lvl5pPr>
            <a:lvl6pPr algn="r">
              <a:defRPr sz="825" b="0">
                <a:solidFill>
                  <a:srgbClr val="5B6980"/>
                </a:solidFill>
              </a:defRPr>
            </a:lvl6pPr>
            <a:lvl7pPr algn="r">
              <a:defRPr sz="825" b="0">
                <a:solidFill>
                  <a:srgbClr val="5B6980"/>
                </a:solidFill>
              </a:defRPr>
            </a:lvl7pPr>
            <a:lvl8pPr algn="r">
              <a:defRPr sz="825" b="0">
                <a:solidFill>
                  <a:srgbClr val="5B6980"/>
                </a:solidFill>
              </a:defRPr>
            </a:lvl8pPr>
            <a:lvl9pPr algn="r">
              <a:defRPr sz="825" b="0">
                <a:solidFill>
                  <a:srgbClr val="5B6980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B6980"/>
                </a:solidFill>
              </a:defRPr>
            </a:pPr>
            <a:r>
              <a:rPr sz="825" b="0">
                <a:solidFill>
                  <a:srgbClr val="5B6980"/>
                </a:solidFill>
              </a:rPr>
              <a:t>Distributed Computing Minor III</a:t>
            </a:r>
          </a:p>
        </p:txBody>
      </p:sp>
    </p:spTree>
    <p:extLst>
      <p:ext uri="{BB962C8B-B14F-4D97-AF65-F5344CB8AC3E}">
        <p14:creationId xmlns:p14="http://schemas.microsoft.com/office/powerpoint/2010/main" val="17472024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266DCC-D581-456E-A634-89BA6DF6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172033"/>
                </a:solidFill>
              </a:defRPr>
            </a:defPPr>
            <a:lvl1pPr algn="l">
              <a:defRPr sz="2400" b="1">
                <a:solidFill>
                  <a:srgbClr val="172033"/>
                </a:solidFill>
              </a:defRPr>
            </a:lvl1pPr>
            <a:lvl2pPr algn="l">
              <a:defRPr sz="2400" b="1">
                <a:solidFill>
                  <a:srgbClr val="172033"/>
                </a:solidFill>
              </a:defRPr>
            </a:lvl2pPr>
            <a:lvl3pPr algn="l">
              <a:defRPr sz="2400" b="1">
                <a:solidFill>
                  <a:srgbClr val="172033"/>
                </a:solidFill>
              </a:defRPr>
            </a:lvl3pPr>
            <a:lvl4pPr algn="l">
              <a:defRPr sz="2400" b="1">
                <a:solidFill>
                  <a:srgbClr val="172033"/>
                </a:solidFill>
              </a:defRPr>
            </a:lvl4pPr>
            <a:lvl5pPr algn="l">
              <a:defRPr sz="2400" b="1">
                <a:solidFill>
                  <a:srgbClr val="172033"/>
                </a:solidFill>
              </a:defRPr>
            </a:lvl5pPr>
            <a:lvl6pPr algn="l">
              <a:defRPr sz="2400" b="1">
                <a:solidFill>
                  <a:srgbClr val="172033"/>
                </a:solidFill>
              </a:defRPr>
            </a:lvl6pPr>
            <a:lvl7pPr algn="l">
              <a:defRPr sz="2400" b="1">
                <a:solidFill>
                  <a:srgbClr val="172033"/>
                </a:solidFill>
              </a:defRPr>
            </a:lvl7pPr>
            <a:lvl8pPr algn="l">
              <a:defRPr sz="2400" b="1">
                <a:solidFill>
                  <a:srgbClr val="172033"/>
                </a:solidFill>
              </a:defRPr>
            </a:lvl8pPr>
            <a:lvl9pPr algn="l">
              <a:defRPr sz="2400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Failure detection and failover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F061B-DA62-4D63-95E5-2C79D566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350" b="1">
                <a:solidFill>
                  <a:srgbClr val="2F6FED"/>
                </a:solidFill>
              </a:defRPr>
            </a:defPPr>
            <a:lvl1pPr algn="r">
              <a:defRPr sz="1350" b="1">
                <a:solidFill>
                  <a:srgbClr val="2F6FED"/>
                </a:solidFill>
              </a:defRPr>
            </a:lvl1pPr>
            <a:lvl2pPr algn="r">
              <a:defRPr sz="1350" b="1">
                <a:solidFill>
                  <a:srgbClr val="2F6FED"/>
                </a:solidFill>
              </a:defRPr>
            </a:lvl2pPr>
            <a:lvl3pPr algn="r">
              <a:defRPr sz="1350" b="1">
                <a:solidFill>
                  <a:srgbClr val="2F6FED"/>
                </a:solidFill>
              </a:defRPr>
            </a:lvl3pPr>
            <a:lvl4pPr algn="r">
              <a:defRPr sz="1350" b="1">
                <a:solidFill>
                  <a:srgbClr val="2F6FED"/>
                </a:solidFill>
              </a:defRPr>
            </a:lvl4pPr>
            <a:lvl5pPr algn="r">
              <a:defRPr sz="1350" b="1">
                <a:solidFill>
                  <a:srgbClr val="2F6FED"/>
                </a:solidFill>
              </a:defRPr>
            </a:lvl5pPr>
            <a:lvl6pPr algn="r">
              <a:defRPr sz="1350" b="1">
                <a:solidFill>
                  <a:srgbClr val="2F6FED"/>
                </a:solidFill>
              </a:defRPr>
            </a:lvl6pPr>
            <a:lvl7pPr algn="r">
              <a:defRPr sz="1350" b="1">
                <a:solidFill>
                  <a:srgbClr val="2F6FED"/>
                </a:solidFill>
              </a:defRPr>
            </a:lvl7pPr>
            <a:lvl8pPr algn="r">
              <a:defRPr sz="1350" b="1">
                <a:solidFill>
                  <a:srgbClr val="2F6FED"/>
                </a:solidFill>
              </a:defRPr>
            </a:lvl8pPr>
            <a:lvl9pPr algn="r">
              <a:defRPr sz="13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 algn="r">
              <a:defRPr sz="1350" b="1">
                <a:solidFill>
                  <a:srgbClr val="2F6FED"/>
                </a:solidFill>
              </a:defRPr>
            </a:pPr>
            <a:r>
              <a:rPr sz="1350" b="1">
                <a:solidFill>
                  <a:srgbClr val="2F6FED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41F9AF-AF4C-46F5-8A5B-1E1F3E34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9525">
            <a:solidFill>
              <a:srgbClr val="2F6FED"/>
            </a:solidFill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8F917B-C591-4DB8-AC6F-C3C5DE0CD5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be9240b2f74ce5"/>
          <a:stretch xmlns:a="http://schemas.openxmlformats.org/drawingml/2006/main"/>
        </p:blipFill>
        <p:spPr>
          <a:xfrm xmlns:a="http://schemas.openxmlformats.org/drawingml/2006/main">
            <a:off x="666750" y="1381125"/>
            <a:ext cx="7239000" cy="4524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C2A8C-98C0-4925-985B-3DD3CBE8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00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2F6FED"/>
                </a:solidFill>
              </a:defRPr>
            </a:defPPr>
            <a:lvl1pPr algn="l">
              <a:defRPr sz="1725" b="1">
                <a:solidFill>
                  <a:srgbClr val="2F6FED"/>
                </a:solidFill>
              </a:defRPr>
            </a:lvl1pPr>
            <a:lvl2pPr algn="l">
              <a:defRPr sz="1725" b="1">
                <a:solidFill>
                  <a:srgbClr val="2F6FED"/>
                </a:solidFill>
              </a:defRPr>
            </a:lvl2pPr>
            <a:lvl3pPr algn="l">
              <a:defRPr sz="1725" b="1">
                <a:solidFill>
                  <a:srgbClr val="2F6FED"/>
                </a:solidFill>
              </a:defRPr>
            </a:lvl3pPr>
            <a:lvl4pPr algn="l">
              <a:defRPr sz="1725" b="1">
                <a:solidFill>
                  <a:srgbClr val="2F6FED"/>
                </a:solidFill>
              </a:defRPr>
            </a:lvl4pPr>
            <a:lvl5pPr algn="l">
              <a:defRPr sz="1725" b="1">
                <a:solidFill>
                  <a:srgbClr val="2F6FED"/>
                </a:solidFill>
              </a:defRPr>
            </a:lvl5pPr>
            <a:lvl6pPr algn="l">
              <a:defRPr sz="1725" b="1">
                <a:solidFill>
                  <a:srgbClr val="2F6FED"/>
                </a:solidFill>
              </a:defRPr>
            </a:lvl6pPr>
            <a:lvl7pPr algn="l">
              <a:defRPr sz="1725" b="1">
                <a:solidFill>
                  <a:srgbClr val="2F6FED"/>
                </a:solidFill>
              </a:defRPr>
            </a:lvl7pPr>
            <a:lvl8pPr algn="l">
              <a:defRPr sz="1725" b="1">
                <a:solidFill>
                  <a:srgbClr val="2F6FED"/>
                </a:solidFill>
              </a:defRPr>
            </a:lvl8pPr>
            <a:lvl9pPr algn="l">
              <a:defRPr sz="1725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F6FED"/>
                </a:solidFill>
              </a:defRPr>
            </a:pPr>
            <a:r>
              <a:rPr sz="1725" b="1">
                <a:solidFill>
                  <a:srgbClr val="2F6FED"/>
                </a:solidFill>
              </a:rPr>
              <a:t>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E7918-9311-4009-8AA2-ABDF0EF6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2F6FED"/>
                </a:solidFill>
              </a:defRPr>
            </a:defPPr>
            <a:lvl1pPr algn="l">
              <a:defRPr sz="1350" b="1">
                <a:solidFill>
                  <a:srgbClr val="2F6FED"/>
                </a:solidFill>
              </a:defRPr>
            </a:lvl1pPr>
            <a:lvl2pPr algn="l">
              <a:defRPr sz="1350" b="1">
                <a:solidFill>
                  <a:srgbClr val="2F6FED"/>
                </a:solidFill>
              </a:defRPr>
            </a:lvl2pPr>
            <a:lvl3pPr algn="l">
              <a:defRPr sz="1350" b="1">
                <a:solidFill>
                  <a:srgbClr val="2F6FED"/>
                </a:solidFill>
              </a:defRPr>
            </a:lvl3pPr>
            <a:lvl4pPr algn="l">
              <a:defRPr sz="1350" b="1">
                <a:solidFill>
                  <a:srgbClr val="2F6FED"/>
                </a:solidFill>
              </a:defRPr>
            </a:lvl4pPr>
            <a:lvl5pPr algn="l">
              <a:defRPr sz="1350" b="1">
                <a:solidFill>
                  <a:srgbClr val="2F6FED"/>
                </a:solidFill>
              </a:defRPr>
            </a:lvl5pPr>
            <a:lvl6pPr algn="l">
              <a:defRPr sz="1350" b="1">
                <a:solidFill>
                  <a:srgbClr val="2F6FED"/>
                </a:solidFill>
              </a:defRPr>
            </a:lvl6pPr>
            <a:lvl7pPr algn="l">
              <a:defRPr sz="1350" b="1">
                <a:solidFill>
                  <a:srgbClr val="2F6FED"/>
                </a:solidFill>
              </a:defRPr>
            </a:lvl7pPr>
            <a:lvl8pPr algn="l">
              <a:defRPr sz="1350" b="1">
                <a:solidFill>
                  <a:srgbClr val="2F6FED"/>
                </a:solidFill>
              </a:defRPr>
            </a:lvl8pPr>
            <a:lvl9pPr algn="l">
              <a:defRPr sz="13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F6FED"/>
                </a:solidFill>
              </a:defRPr>
            </a:pPr>
            <a:r>
              <a:rPr sz="1350" b="1">
                <a:solidFill>
                  <a:srgbClr val="2F6FED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7FACE-7155-4B9E-A111-4BBF64F2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90750"/>
            <a:ext cx="2724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edge-india health: false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9557-4ABF-449A-A446-8DACB370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765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2F6FED"/>
                </a:solidFill>
              </a:defRPr>
            </a:defPPr>
            <a:lvl1pPr algn="l">
              <a:defRPr sz="1350" b="1">
                <a:solidFill>
                  <a:srgbClr val="2F6FED"/>
                </a:solidFill>
              </a:defRPr>
            </a:lvl1pPr>
            <a:lvl2pPr algn="l">
              <a:defRPr sz="1350" b="1">
                <a:solidFill>
                  <a:srgbClr val="2F6FED"/>
                </a:solidFill>
              </a:defRPr>
            </a:lvl2pPr>
            <a:lvl3pPr algn="l">
              <a:defRPr sz="1350" b="1">
                <a:solidFill>
                  <a:srgbClr val="2F6FED"/>
                </a:solidFill>
              </a:defRPr>
            </a:lvl3pPr>
            <a:lvl4pPr algn="l">
              <a:defRPr sz="1350" b="1">
                <a:solidFill>
                  <a:srgbClr val="2F6FED"/>
                </a:solidFill>
              </a:defRPr>
            </a:lvl4pPr>
            <a:lvl5pPr algn="l">
              <a:defRPr sz="1350" b="1">
                <a:solidFill>
                  <a:srgbClr val="2F6FED"/>
                </a:solidFill>
              </a:defRPr>
            </a:lvl5pPr>
            <a:lvl6pPr algn="l">
              <a:defRPr sz="1350" b="1">
                <a:solidFill>
                  <a:srgbClr val="2F6FED"/>
                </a:solidFill>
              </a:defRPr>
            </a:lvl6pPr>
            <a:lvl7pPr algn="l">
              <a:defRPr sz="1350" b="1">
                <a:solidFill>
                  <a:srgbClr val="2F6FED"/>
                </a:solidFill>
              </a:defRPr>
            </a:lvl7pPr>
            <a:lvl8pPr algn="l">
              <a:defRPr sz="1350" b="1">
                <a:solidFill>
                  <a:srgbClr val="2F6FED"/>
                </a:solidFill>
              </a:defRPr>
            </a:lvl8pPr>
            <a:lvl9pPr algn="l">
              <a:defRPr sz="13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F6FED"/>
                </a:solidFill>
              </a:defRPr>
            </a:pPr>
            <a:r>
              <a:rPr sz="1350" b="1">
                <a:solidFill>
                  <a:srgbClr val="2F6FED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F3ECD4-8BAD-4E1B-BC30-B4DDBE03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76550"/>
            <a:ext cx="2724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edge-asia health: true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E80F26-4267-4372-8C68-D0EB80B5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623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2F6FED"/>
                </a:solidFill>
              </a:defRPr>
            </a:defPPr>
            <a:lvl1pPr algn="l">
              <a:defRPr sz="1350" b="1">
                <a:solidFill>
                  <a:srgbClr val="2F6FED"/>
                </a:solidFill>
              </a:defRPr>
            </a:lvl1pPr>
            <a:lvl2pPr algn="l">
              <a:defRPr sz="1350" b="1">
                <a:solidFill>
                  <a:srgbClr val="2F6FED"/>
                </a:solidFill>
              </a:defRPr>
            </a:lvl2pPr>
            <a:lvl3pPr algn="l">
              <a:defRPr sz="1350" b="1">
                <a:solidFill>
                  <a:srgbClr val="2F6FED"/>
                </a:solidFill>
              </a:defRPr>
            </a:lvl3pPr>
            <a:lvl4pPr algn="l">
              <a:defRPr sz="1350" b="1">
                <a:solidFill>
                  <a:srgbClr val="2F6FED"/>
                </a:solidFill>
              </a:defRPr>
            </a:lvl4pPr>
            <a:lvl5pPr algn="l">
              <a:defRPr sz="1350" b="1">
                <a:solidFill>
                  <a:srgbClr val="2F6FED"/>
                </a:solidFill>
              </a:defRPr>
            </a:lvl5pPr>
            <a:lvl6pPr algn="l">
              <a:defRPr sz="1350" b="1">
                <a:solidFill>
                  <a:srgbClr val="2F6FED"/>
                </a:solidFill>
              </a:defRPr>
            </a:lvl6pPr>
            <a:lvl7pPr algn="l">
              <a:defRPr sz="1350" b="1">
                <a:solidFill>
                  <a:srgbClr val="2F6FED"/>
                </a:solidFill>
              </a:defRPr>
            </a:lvl7pPr>
            <a:lvl8pPr algn="l">
              <a:defRPr sz="1350" b="1">
                <a:solidFill>
                  <a:srgbClr val="2F6FED"/>
                </a:solidFill>
              </a:defRPr>
            </a:lvl8pPr>
            <a:lvl9pPr algn="l">
              <a:defRPr sz="13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F6FED"/>
                </a:solidFill>
              </a:defRPr>
            </a:pPr>
            <a:r>
              <a:rPr sz="1350" b="1">
                <a:solidFill>
                  <a:srgbClr val="2F6FED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A6C876-942E-446D-AC31-76149F8B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62350"/>
            <a:ext cx="2724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The request still succeeds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427911-5814-414B-9188-9D71AFB4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481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2F6FED"/>
                </a:solidFill>
              </a:defRPr>
            </a:defPPr>
            <a:lvl1pPr algn="l">
              <a:defRPr sz="1350" b="1">
                <a:solidFill>
                  <a:srgbClr val="2F6FED"/>
                </a:solidFill>
              </a:defRPr>
            </a:lvl1pPr>
            <a:lvl2pPr algn="l">
              <a:defRPr sz="1350" b="1">
                <a:solidFill>
                  <a:srgbClr val="2F6FED"/>
                </a:solidFill>
              </a:defRPr>
            </a:lvl2pPr>
            <a:lvl3pPr algn="l">
              <a:defRPr sz="1350" b="1">
                <a:solidFill>
                  <a:srgbClr val="2F6FED"/>
                </a:solidFill>
              </a:defRPr>
            </a:lvl3pPr>
            <a:lvl4pPr algn="l">
              <a:defRPr sz="1350" b="1">
                <a:solidFill>
                  <a:srgbClr val="2F6FED"/>
                </a:solidFill>
              </a:defRPr>
            </a:lvl4pPr>
            <a:lvl5pPr algn="l">
              <a:defRPr sz="1350" b="1">
                <a:solidFill>
                  <a:srgbClr val="2F6FED"/>
                </a:solidFill>
              </a:defRPr>
            </a:lvl5pPr>
            <a:lvl6pPr algn="l">
              <a:defRPr sz="1350" b="1">
                <a:solidFill>
                  <a:srgbClr val="2F6FED"/>
                </a:solidFill>
              </a:defRPr>
            </a:lvl6pPr>
            <a:lvl7pPr algn="l">
              <a:defRPr sz="1350" b="1">
                <a:solidFill>
                  <a:srgbClr val="2F6FED"/>
                </a:solidFill>
              </a:defRPr>
            </a:lvl7pPr>
            <a:lvl8pPr algn="l">
              <a:defRPr sz="1350" b="1">
                <a:solidFill>
                  <a:srgbClr val="2F6FED"/>
                </a:solidFill>
              </a:defRPr>
            </a:lvl8pPr>
            <a:lvl9pPr algn="l">
              <a:defRPr sz="13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F6FED"/>
                </a:solidFill>
              </a:defRPr>
            </a:pPr>
            <a:r>
              <a:rPr sz="1350" b="1">
                <a:solidFill>
                  <a:srgbClr val="2F6FED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250011-0737-4907-B322-F4F257E5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48150"/>
            <a:ext cx="2724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served_by: edge-asia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2D4215-C894-40E0-AABB-F81AA2DC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5B6980"/>
                </a:solidFill>
              </a:defRPr>
            </a:defPPr>
            <a:lvl1pPr algn="l">
              <a:defRPr sz="825" b="0">
                <a:solidFill>
                  <a:srgbClr val="5B6980"/>
                </a:solidFill>
              </a:defRPr>
            </a:lvl1pPr>
            <a:lvl2pPr algn="l">
              <a:defRPr sz="825" b="0">
                <a:solidFill>
                  <a:srgbClr val="5B6980"/>
                </a:solidFill>
              </a:defRPr>
            </a:lvl2pPr>
            <a:lvl3pPr algn="l">
              <a:defRPr sz="825" b="0">
                <a:solidFill>
                  <a:srgbClr val="5B6980"/>
                </a:solidFill>
              </a:defRPr>
            </a:lvl3pPr>
            <a:lvl4pPr algn="l">
              <a:defRPr sz="825" b="0">
                <a:solidFill>
                  <a:srgbClr val="5B6980"/>
                </a:solidFill>
              </a:defRPr>
            </a:lvl4pPr>
            <a:lvl5pPr algn="l">
              <a:defRPr sz="825" b="0">
                <a:solidFill>
                  <a:srgbClr val="5B6980"/>
                </a:solidFill>
              </a:defRPr>
            </a:lvl5pPr>
            <a:lvl6pPr algn="l">
              <a:defRPr sz="825" b="0">
                <a:solidFill>
                  <a:srgbClr val="5B6980"/>
                </a:solidFill>
              </a:defRPr>
            </a:lvl6pPr>
            <a:lvl7pPr algn="l">
              <a:defRPr sz="825" b="0">
                <a:solidFill>
                  <a:srgbClr val="5B6980"/>
                </a:solidFill>
              </a:defRPr>
            </a:lvl7pPr>
            <a:lvl8pPr algn="l">
              <a:defRPr sz="825" b="0">
                <a:solidFill>
                  <a:srgbClr val="5B6980"/>
                </a:solidFill>
              </a:defRPr>
            </a:lvl8pPr>
            <a:lvl9pPr algn="l">
              <a:defRPr sz="825" b="0">
                <a:solidFill>
                  <a:srgbClr val="5B6980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B6980"/>
                </a:solidFill>
              </a:defRPr>
            </a:pPr>
            <a:r>
              <a:rPr sz="825" b="0">
                <a:solidFill>
                  <a:srgbClr val="5B6980"/>
                </a:solidFill>
              </a:rPr>
              <a:t>Kumar Shivam   25MCMC34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EF0E19-B431-4390-BF24-D1AF06C4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96050"/>
            <a:ext cx="3105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0">
                <a:solidFill>
                  <a:srgbClr val="5B6980"/>
                </a:solidFill>
              </a:defRPr>
            </a:defPPr>
            <a:lvl1pPr algn="r">
              <a:defRPr sz="825" b="0">
                <a:solidFill>
                  <a:srgbClr val="5B6980"/>
                </a:solidFill>
              </a:defRPr>
            </a:lvl1pPr>
            <a:lvl2pPr algn="r">
              <a:defRPr sz="825" b="0">
                <a:solidFill>
                  <a:srgbClr val="5B6980"/>
                </a:solidFill>
              </a:defRPr>
            </a:lvl2pPr>
            <a:lvl3pPr algn="r">
              <a:defRPr sz="825" b="0">
                <a:solidFill>
                  <a:srgbClr val="5B6980"/>
                </a:solidFill>
              </a:defRPr>
            </a:lvl3pPr>
            <a:lvl4pPr algn="r">
              <a:defRPr sz="825" b="0">
                <a:solidFill>
                  <a:srgbClr val="5B6980"/>
                </a:solidFill>
              </a:defRPr>
            </a:lvl4pPr>
            <a:lvl5pPr algn="r">
              <a:defRPr sz="825" b="0">
                <a:solidFill>
                  <a:srgbClr val="5B6980"/>
                </a:solidFill>
              </a:defRPr>
            </a:lvl5pPr>
            <a:lvl6pPr algn="r">
              <a:defRPr sz="825" b="0">
                <a:solidFill>
                  <a:srgbClr val="5B6980"/>
                </a:solidFill>
              </a:defRPr>
            </a:lvl6pPr>
            <a:lvl7pPr algn="r">
              <a:defRPr sz="825" b="0">
                <a:solidFill>
                  <a:srgbClr val="5B6980"/>
                </a:solidFill>
              </a:defRPr>
            </a:lvl7pPr>
            <a:lvl8pPr algn="r">
              <a:defRPr sz="825" b="0">
                <a:solidFill>
                  <a:srgbClr val="5B6980"/>
                </a:solidFill>
              </a:defRPr>
            </a:lvl8pPr>
            <a:lvl9pPr algn="r">
              <a:defRPr sz="825" b="0">
                <a:solidFill>
                  <a:srgbClr val="5B6980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B6980"/>
                </a:solidFill>
              </a:defRPr>
            </a:pPr>
            <a:r>
              <a:rPr sz="825" b="0">
                <a:solidFill>
                  <a:srgbClr val="5B6980"/>
                </a:solidFill>
              </a:rPr>
              <a:t>Distributed Computing Minor III</a:t>
            </a:r>
          </a:p>
        </p:txBody>
      </p:sp>
    </p:spTree>
    <p:extLst>
      <p:ext uri="{BB962C8B-B14F-4D97-AF65-F5344CB8AC3E}">
        <p14:creationId xmlns:p14="http://schemas.microsoft.com/office/powerpoint/2010/main" val="8406176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F83EEF-31D0-479B-903A-AF207F47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172033"/>
                </a:solidFill>
              </a:defRPr>
            </a:defPPr>
            <a:lvl1pPr algn="l">
              <a:defRPr sz="2400" b="1">
                <a:solidFill>
                  <a:srgbClr val="172033"/>
                </a:solidFill>
              </a:defRPr>
            </a:lvl1pPr>
            <a:lvl2pPr algn="l">
              <a:defRPr sz="2400" b="1">
                <a:solidFill>
                  <a:srgbClr val="172033"/>
                </a:solidFill>
              </a:defRPr>
            </a:lvl2pPr>
            <a:lvl3pPr algn="l">
              <a:defRPr sz="2400" b="1">
                <a:solidFill>
                  <a:srgbClr val="172033"/>
                </a:solidFill>
              </a:defRPr>
            </a:lvl3pPr>
            <a:lvl4pPr algn="l">
              <a:defRPr sz="2400" b="1">
                <a:solidFill>
                  <a:srgbClr val="172033"/>
                </a:solidFill>
              </a:defRPr>
            </a:lvl4pPr>
            <a:lvl5pPr algn="l">
              <a:defRPr sz="2400" b="1">
                <a:solidFill>
                  <a:srgbClr val="172033"/>
                </a:solidFill>
              </a:defRPr>
            </a:lvl5pPr>
            <a:lvl6pPr algn="l">
              <a:defRPr sz="2400" b="1">
                <a:solidFill>
                  <a:srgbClr val="172033"/>
                </a:solidFill>
              </a:defRPr>
            </a:lvl6pPr>
            <a:lvl7pPr algn="l">
              <a:defRPr sz="2400" b="1">
                <a:solidFill>
                  <a:srgbClr val="172033"/>
                </a:solidFill>
              </a:defRPr>
            </a:lvl7pPr>
            <a:lvl8pPr algn="l">
              <a:defRPr sz="2400" b="1">
                <a:solidFill>
                  <a:srgbClr val="172033"/>
                </a:solidFill>
              </a:defRPr>
            </a:lvl8pPr>
            <a:lvl9pPr algn="l">
              <a:defRPr sz="2400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Integration test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BDEA7-9167-47CF-9916-80A0412C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350" b="1">
                <a:solidFill>
                  <a:srgbClr val="2F6FED"/>
                </a:solidFill>
              </a:defRPr>
            </a:defPPr>
            <a:lvl1pPr algn="r">
              <a:defRPr sz="1350" b="1">
                <a:solidFill>
                  <a:srgbClr val="2F6FED"/>
                </a:solidFill>
              </a:defRPr>
            </a:lvl1pPr>
            <a:lvl2pPr algn="r">
              <a:defRPr sz="1350" b="1">
                <a:solidFill>
                  <a:srgbClr val="2F6FED"/>
                </a:solidFill>
              </a:defRPr>
            </a:lvl2pPr>
            <a:lvl3pPr algn="r">
              <a:defRPr sz="1350" b="1">
                <a:solidFill>
                  <a:srgbClr val="2F6FED"/>
                </a:solidFill>
              </a:defRPr>
            </a:lvl3pPr>
            <a:lvl4pPr algn="r">
              <a:defRPr sz="1350" b="1">
                <a:solidFill>
                  <a:srgbClr val="2F6FED"/>
                </a:solidFill>
              </a:defRPr>
            </a:lvl4pPr>
            <a:lvl5pPr algn="r">
              <a:defRPr sz="1350" b="1">
                <a:solidFill>
                  <a:srgbClr val="2F6FED"/>
                </a:solidFill>
              </a:defRPr>
            </a:lvl5pPr>
            <a:lvl6pPr algn="r">
              <a:defRPr sz="1350" b="1">
                <a:solidFill>
                  <a:srgbClr val="2F6FED"/>
                </a:solidFill>
              </a:defRPr>
            </a:lvl6pPr>
            <a:lvl7pPr algn="r">
              <a:defRPr sz="1350" b="1">
                <a:solidFill>
                  <a:srgbClr val="2F6FED"/>
                </a:solidFill>
              </a:defRPr>
            </a:lvl7pPr>
            <a:lvl8pPr algn="r">
              <a:defRPr sz="1350" b="1">
                <a:solidFill>
                  <a:srgbClr val="2F6FED"/>
                </a:solidFill>
              </a:defRPr>
            </a:lvl8pPr>
            <a:lvl9pPr algn="r">
              <a:defRPr sz="13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 algn="r">
              <a:defRPr sz="1350" b="1">
                <a:solidFill>
                  <a:srgbClr val="2F6FED"/>
                </a:solidFill>
              </a:defRPr>
            </a:pPr>
            <a:r>
              <a:rPr sz="1350" b="1">
                <a:solidFill>
                  <a:srgbClr val="2F6FED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97E5D3-0F48-4389-9B94-6657D6A2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9525">
            <a:solidFill>
              <a:srgbClr val="2F6FED"/>
            </a:solidFill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9489BD-4556-4514-8840-0496F60898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ca2355b3ce4069"/>
          <a:stretch xmlns:a="http://schemas.openxmlformats.org/drawingml/2006/main"/>
        </p:blipFill>
        <p:spPr>
          <a:xfrm xmlns:a="http://schemas.openxmlformats.org/drawingml/2006/main">
            <a:off x="800100" y="1476375"/>
            <a:ext cx="7162800" cy="4476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B4DB4-23E9-4415-AFD0-ABEF19B7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14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1">
                <a:solidFill>
                  <a:srgbClr val="2BAE66"/>
                </a:solidFill>
              </a:defRPr>
            </a:defPPr>
            <a:lvl1pPr algn="l">
              <a:defRPr sz="1950" b="1">
                <a:solidFill>
                  <a:srgbClr val="2BAE66"/>
                </a:solidFill>
              </a:defRPr>
            </a:lvl1pPr>
            <a:lvl2pPr algn="l">
              <a:defRPr sz="1950" b="1">
                <a:solidFill>
                  <a:srgbClr val="2BAE66"/>
                </a:solidFill>
              </a:defRPr>
            </a:lvl2pPr>
            <a:lvl3pPr algn="l">
              <a:defRPr sz="1950" b="1">
                <a:solidFill>
                  <a:srgbClr val="2BAE66"/>
                </a:solidFill>
              </a:defRPr>
            </a:lvl3pPr>
            <a:lvl4pPr algn="l">
              <a:defRPr sz="1950" b="1">
                <a:solidFill>
                  <a:srgbClr val="2BAE66"/>
                </a:solidFill>
              </a:defRPr>
            </a:lvl4pPr>
            <a:lvl5pPr algn="l">
              <a:defRPr sz="1950" b="1">
                <a:solidFill>
                  <a:srgbClr val="2BAE66"/>
                </a:solidFill>
              </a:defRPr>
            </a:lvl5pPr>
            <a:lvl6pPr algn="l">
              <a:defRPr sz="1950" b="1">
                <a:solidFill>
                  <a:srgbClr val="2BAE66"/>
                </a:solidFill>
              </a:defRPr>
            </a:lvl6pPr>
            <a:lvl7pPr algn="l">
              <a:defRPr sz="1950" b="1">
                <a:solidFill>
                  <a:srgbClr val="2BAE66"/>
                </a:solidFill>
              </a:defRPr>
            </a:lvl7pPr>
            <a:lvl8pPr algn="l">
              <a:defRPr sz="1950" b="1">
                <a:solidFill>
                  <a:srgbClr val="2BAE66"/>
                </a:solidFill>
              </a:defRPr>
            </a:lvl8pPr>
            <a:lvl9pPr algn="l">
              <a:defRPr sz="1950" b="1">
                <a:solidFill>
                  <a:srgbClr val="2BAE66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BAE66"/>
                </a:solidFill>
              </a:defRPr>
            </a:pPr>
            <a:r>
              <a:rPr sz="1950" b="1">
                <a:solidFill>
                  <a:srgbClr val="2BAE66"/>
                </a:solidFill>
              </a:rPr>
              <a:t>Five tests passed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E5ADB0-152C-4CE8-B726-1378AE50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2F6FED"/>
                </a:solidFill>
              </a:defRPr>
            </a:defPPr>
            <a:lvl1pPr algn="l">
              <a:defRPr sz="1350" b="1">
                <a:solidFill>
                  <a:srgbClr val="2F6FED"/>
                </a:solidFill>
              </a:defRPr>
            </a:lvl1pPr>
            <a:lvl2pPr algn="l">
              <a:defRPr sz="1350" b="1">
                <a:solidFill>
                  <a:srgbClr val="2F6FED"/>
                </a:solidFill>
              </a:defRPr>
            </a:lvl2pPr>
            <a:lvl3pPr algn="l">
              <a:defRPr sz="1350" b="1">
                <a:solidFill>
                  <a:srgbClr val="2F6FED"/>
                </a:solidFill>
              </a:defRPr>
            </a:lvl3pPr>
            <a:lvl4pPr algn="l">
              <a:defRPr sz="1350" b="1">
                <a:solidFill>
                  <a:srgbClr val="2F6FED"/>
                </a:solidFill>
              </a:defRPr>
            </a:lvl4pPr>
            <a:lvl5pPr algn="l">
              <a:defRPr sz="1350" b="1">
                <a:solidFill>
                  <a:srgbClr val="2F6FED"/>
                </a:solidFill>
              </a:defRPr>
            </a:lvl5pPr>
            <a:lvl6pPr algn="l">
              <a:defRPr sz="1350" b="1">
                <a:solidFill>
                  <a:srgbClr val="2F6FED"/>
                </a:solidFill>
              </a:defRPr>
            </a:lvl6pPr>
            <a:lvl7pPr algn="l">
              <a:defRPr sz="1350" b="1">
                <a:solidFill>
                  <a:srgbClr val="2F6FED"/>
                </a:solidFill>
              </a:defRPr>
            </a:lvl7pPr>
            <a:lvl8pPr algn="l">
              <a:defRPr sz="1350" b="1">
                <a:solidFill>
                  <a:srgbClr val="2F6FED"/>
                </a:solidFill>
              </a:defRPr>
            </a:lvl8pPr>
            <a:lvl9pPr algn="l">
              <a:defRPr sz="13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F6FED"/>
                </a:solidFill>
              </a:defRPr>
            </a:pPr>
            <a:r>
              <a:rPr sz="1350" b="1">
                <a:solidFill>
                  <a:srgbClr val="2F6FED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95E4B-E10D-4EB0-8764-CFDC43C5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428875"/>
            <a:ext cx="2533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Two healthy nodes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5EA017-4D70-4A76-9E46-E9B63A13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0037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2F6FED"/>
                </a:solidFill>
              </a:defRPr>
            </a:defPPr>
            <a:lvl1pPr algn="l">
              <a:defRPr sz="1350" b="1">
                <a:solidFill>
                  <a:srgbClr val="2F6FED"/>
                </a:solidFill>
              </a:defRPr>
            </a:lvl1pPr>
            <a:lvl2pPr algn="l">
              <a:defRPr sz="1350" b="1">
                <a:solidFill>
                  <a:srgbClr val="2F6FED"/>
                </a:solidFill>
              </a:defRPr>
            </a:lvl2pPr>
            <a:lvl3pPr algn="l">
              <a:defRPr sz="1350" b="1">
                <a:solidFill>
                  <a:srgbClr val="2F6FED"/>
                </a:solidFill>
              </a:defRPr>
            </a:lvl3pPr>
            <a:lvl4pPr algn="l">
              <a:defRPr sz="1350" b="1">
                <a:solidFill>
                  <a:srgbClr val="2F6FED"/>
                </a:solidFill>
              </a:defRPr>
            </a:lvl4pPr>
            <a:lvl5pPr algn="l">
              <a:defRPr sz="1350" b="1">
                <a:solidFill>
                  <a:srgbClr val="2F6FED"/>
                </a:solidFill>
              </a:defRPr>
            </a:lvl5pPr>
            <a:lvl6pPr algn="l">
              <a:defRPr sz="1350" b="1">
                <a:solidFill>
                  <a:srgbClr val="2F6FED"/>
                </a:solidFill>
              </a:defRPr>
            </a:lvl6pPr>
            <a:lvl7pPr algn="l">
              <a:defRPr sz="1350" b="1">
                <a:solidFill>
                  <a:srgbClr val="2F6FED"/>
                </a:solidFill>
              </a:defRPr>
            </a:lvl7pPr>
            <a:lvl8pPr algn="l">
              <a:defRPr sz="1350" b="1">
                <a:solidFill>
                  <a:srgbClr val="2F6FED"/>
                </a:solidFill>
              </a:defRPr>
            </a:lvl8pPr>
            <a:lvl9pPr algn="l">
              <a:defRPr sz="13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F6FED"/>
                </a:solidFill>
              </a:defRPr>
            </a:pPr>
            <a:r>
              <a:rPr sz="1350" b="1">
                <a:solidFill>
                  <a:srgbClr val="2F6FED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1ED08B-E065-4815-812D-7758C3EB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000375"/>
            <a:ext cx="2533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MISS followed by HIT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C65C7-7D4F-4586-9385-D2D0008A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7187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2F6FED"/>
                </a:solidFill>
              </a:defRPr>
            </a:defPPr>
            <a:lvl1pPr algn="l">
              <a:defRPr sz="1350" b="1">
                <a:solidFill>
                  <a:srgbClr val="2F6FED"/>
                </a:solidFill>
              </a:defRPr>
            </a:lvl1pPr>
            <a:lvl2pPr algn="l">
              <a:defRPr sz="1350" b="1">
                <a:solidFill>
                  <a:srgbClr val="2F6FED"/>
                </a:solidFill>
              </a:defRPr>
            </a:lvl2pPr>
            <a:lvl3pPr algn="l">
              <a:defRPr sz="1350" b="1">
                <a:solidFill>
                  <a:srgbClr val="2F6FED"/>
                </a:solidFill>
              </a:defRPr>
            </a:lvl3pPr>
            <a:lvl4pPr algn="l">
              <a:defRPr sz="1350" b="1">
                <a:solidFill>
                  <a:srgbClr val="2F6FED"/>
                </a:solidFill>
              </a:defRPr>
            </a:lvl4pPr>
            <a:lvl5pPr algn="l">
              <a:defRPr sz="1350" b="1">
                <a:solidFill>
                  <a:srgbClr val="2F6FED"/>
                </a:solidFill>
              </a:defRPr>
            </a:lvl5pPr>
            <a:lvl6pPr algn="l">
              <a:defRPr sz="1350" b="1">
                <a:solidFill>
                  <a:srgbClr val="2F6FED"/>
                </a:solidFill>
              </a:defRPr>
            </a:lvl6pPr>
            <a:lvl7pPr algn="l">
              <a:defRPr sz="1350" b="1">
                <a:solidFill>
                  <a:srgbClr val="2F6FED"/>
                </a:solidFill>
              </a:defRPr>
            </a:lvl7pPr>
            <a:lvl8pPr algn="l">
              <a:defRPr sz="1350" b="1">
                <a:solidFill>
                  <a:srgbClr val="2F6FED"/>
                </a:solidFill>
              </a:defRPr>
            </a:lvl8pPr>
            <a:lvl9pPr algn="l">
              <a:defRPr sz="13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F6FED"/>
                </a:solidFill>
              </a:defRPr>
            </a:pPr>
            <a:r>
              <a:rPr sz="1350" b="1">
                <a:solidFill>
                  <a:srgbClr val="2F6FED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9E87FD-4A22-46F3-B3AE-A4749599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571875"/>
            <a:ext cx="2533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Dispatcher routing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B9FB76-1E1B-433C-AEDC-853F541C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14337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2F6FED"/>
                </a:solidFill>
              </a:defRPr>
            </a:defPPr>
            <a:lvl1pPr algn="l">
              <a:defRPr sz="1350" b="1">
                <a:solidFill>
                  <a:srgbClr val="2F6FED"/>
                </a:solidFill>
              </a:defRPr>
            </a:lvl1pPr>
            <a:lvl2pPr algn="l">
              <a:defRPr sz="1350" b="1">
                <a:solidFill>
                  <a:srgbClr val="2F6FED"/>
                </a:solidFill>
              </a:defRPr>
            </a:lvl2pPr>
            <a:lvl3pPr algn="l">
              <a:defRPr sz="1350" b="1">
                <a:solidFill>
                  <a:srgbClr val="2F6FED"/>
                </a:solidFill>
              </a:defRPr>
            </a:lvl3pPr>
            <a:lvl4pPr algn="l">
              <a:defRPr sz="1350" b="1">
                <a:solidFill>
                  <a:srgbClr val="2F6FED"/>
                </a:solidFill>
              </a:defRPr>
            </a:lvl4pPr>
            <a:lvl5pPr algn="l">
              <a:defRPr sz="1350" b="1">
                <a:solidFill>
                  <a:srgbClr val="2F6FED"/>
                </a:solidFill>
              </a:defRPr>
            </a:lvl5pPr>
            <a:lvl6pPr algn="l">
              <a:defRPr sz="1350" b="1">
                <a:solidFill>
                  <a:srgbClr val="2F6FED"/>
                </a:solidFill>
              </a:defRPr>
            </a:lvl6pPr>
            <a:lvl7pPr algn="l">
              <a:defRPr sz="1350" b="1">
                <a:solidFill>
                  <a:srgbClr val="2F6FED"/>
                </a:solidFill>
              </a:defRPr>
            </a:lvl7pPr>
            <a:lvl8pPr algn="l">
              <a:defRPr sz="1350" b="1">
                <a:solidFill>
                  <a:srgbClr val="2F6FED"/>
                </a:solidFill>
              </a:defRPr>
            </a:lvl8pPr>
            <a:lvl9pPr algn="l">
              <a:defRPr sz="13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F6FED"/>
                </a:solidFill>
              </a:defRPr>
            </a:pPr>
            <a:r>
              <a:rPr sz="1350" b="1">
                <a:solidFill>
                  <a:srgbClr val="2F6FED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B3780B-9936-43BE-925F-5EB1DCBB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143375"/>
            <a:ext cx="2533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Failover after shutdown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C6F548-C9A1-420E-A0D2-042710D3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1487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2F6FED"/>
                </a:solidFill>
              </a:defRPr>
            </a:defPPr>
            <a:lvl1pPr algn="l">
              <a:defRPr sz="1350" b="1">
                <a:solidFill>
                  <a:srgbClr val="2F6FED"/>
                </a:solidFill>
              </a:defRPr>
            </a:lvl1pPr>
            <a:lvl2pPr algn="l">
              <a:defRPr sz="1350" b="1">
                <a:solidFill>
                  <a:srgbClr val="2F6FED"/>
                </a:solidFill>
              </a:defRPr>
            </a:lvl2pPr>
            <a:lvl3pPr algn="l">
              <a:defRPr sz="1350" b="1">
                <a:solidFill>
                  <a:srgbClr val="2F6FED"/>
                </a:solidFill>
              </a:defRPr>
            </a:lvl3pPr>
            <a:lvl4pPr algn="l">
              <a:defRPr sz="1350" b="1">
                <a:solidFill>
                  <a:srgbClr val="2F6FED"/>
                </a:solidFill>
              </a:defRPr>
            </a:lvl4pPr>
            <a:lvl5pPr algn="l">
              <a:defRPr sz="1350" b="1">
                <a:solidFill>
                  <a:srgbClr val="2F6FED"/>
                </a:solidFill>
              </a:defRPr>
            </a:lvl5pPr>
            <a:lvl6pPr algn="l">
              <a:defRPr sz="1350" b="1">
                <a:solidFill>
                  <a:srgbClr val="2F6FED"/>
                </a:solidFill>
              </a:defRPr>
            </a:lvl6pPr>
            <a:lvl7pPr algn="l">
              <a:defRPr sz="1350" b="1">
                <a:solidFill>
                  <a:srgbClr val="2F6FED"/>
                </a:solidFill>
              </a:defRPr>
            </a:lvl7pPr>
            <a:lvl8pPr algn="l">
              <a:defRPr sz="1350" b="1">
                <a:solidFill>
                  <a:srgbClr val="2F6FED"/>
                </a:solidFill>
              </a:defRPr>
            </a:lvl8pPr>
            <a:lvl9pPr algn="l">
              <a:defRPr sz="13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F6FED"/>
                </a:solidFill>
              </a:defRPr>
            </a:pPr>
            <a:r>
              <a:rPr sz="1350" b="1">
                <a:solidFill>
                  <a:srgbClr val="2F6FED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CA04AA-C3CB-4044-B5B2-4B99814B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714875"/>
            <a:ext cx="2533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  <a:lvl1pPr algn="l">
              <a:defRPr sz="1350" b="0">
                <a:solidFill>
                  <a:srgbClr val="172033"/>
                </a:solidFill>
              </a:defRPr>
            </a:lvl1pPr>
            <a:lvl2pPr algn="l">
              <a:defRPr sz="1350" b="0">
                <a:solidFill>
                  <a:srgbClr val="172033"/>
                </a:solidFill>
              </a:defRPr>
            </a:lvl2pPr>
            <a:lvl3pPr algn="l">
              <a:defRPr sz="1350" b="0">
                <a:solidFill>
                  <a:srgbClr val="172033"/>
                </a:solidFill>
              </a:defRPr>
            </a:lvl3pPr>
            <a:lvl4pPr algn="l">
              <a:defRPr sz="1350" b="0">
                <a:solidFill>
                  <a:srgbClr val="172033"/>
                </a:solidFill>
              </a:defRPr>
            </a:lvl4pPr>
            <a:lvl5pPr algn="l">
              <a:defRPr sz="1350" b="0">
                <a:solidFill>
                  <a:srgbClr val="172033"/>
                </a:solidFill>
              </a:defRPr>
            </a:lvl5pPr>
            <a:lvl6pPr algn="l">
              <a:defRPr sz="1350" b="0">
                <a:solidFill>
                  <a:srgbClr val="172033"/>
                </a:solidFill>
              </a:defRPr>
            </a:lvl6pPr>
            <a:lvl7pPr algn="l">
              <a:defRPr sz="1350" b="0">
                <a:solidFill>
                  <a:srgbClr val="172033"/>
                </a:solidFill>
              </a:defRPr>
            </a:lvl7pPr>
            <a:lvl8pPr algn="l">
              <a:defRPr sz="1350" b="0">
                <a:solidFill>
                  <a:srgbClr val="172033"/>
                </a:solidFill>
              </a:defRPr>
            </a:lvl8pPr>
            <a:lvl9pPr algn="l">
              <a:defRPr sz="135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Missing resource error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F6A842-969E-425C-9427-D7E29AB1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5B6980"/>
                </a:solidFill>
              </a:defRPr>
            </a:defPPr>
            <a:lvl1pPr algn="l">
              <a:defRPr sz="825" b="0">
                <a:solidFill>
                  <a:srgbClr val="5B6980"/>
                </a:solidFill>
              </a:defRPr>
            </a:lvl1pPr>
            <a:lvl2pPr algn="l">
              <a:defRPr sz="825" b="0">
                <a:solidFill>
                  <a:srgbClr val="5B6980"/>
                </a:solidFill>
              </a:defRPr>
            </a:lvl2pPr>
            <a:lvl3pPr algn="l">
              <a:defRPr sz="825" b="0">
                <a:solidFill>
                  <a:srgbClr val="5B6980"/>
                </a:solidFill>
              </a:defRPr>
            </a:lvl3pPr>
            <a:lvl4pPr algn="l">
              <a:defRPr sz="825" b="0">
                <a:solidFill>
                  <a:srgbClr val="5B6980"/>
                </a:solidFill>
              </a:defRPr>
            </a:lvl4pPr>
            <a:lvl5pPr algn="l">
              <a:defRPr sz="825" b="0">
                <a:solidFill>
                  <a:srgbClr val="5B6980"/>
                </a:solidFill>
              </a:defRPr>
            </a:lvl5pPr>
            <a:lvl6pPr algn="l">
              <a:defRPr sz="825" b="0">
                <a:solidFill>
                  <a:srgbClr val="5B6980"/>
                </a:solidFill>
              </a:defRPr>
            </a:lvl6pPr>
            <a:lvl7pPr algn="l">
              <a:defRPr sz="825" b="0">
                <a:solidFill>
                  <a:srgbClr val="5B6980"/>
                </a:solidFill>
              </a:defRPr>
            </a:lvl7pPr>
            <a:lvl8pPr algn="l">
              <a:defRPr sz="825" b="0">
                <a:solidFill>
                  <a:srgbClr val="5B6980"/>
                </a:solidFill>
              </a:defRPr>
            </a:lvl8pPr>
            <a:lvl9pPr algn="l">
              <a:defRPr sz="825" b="0">
                <a:solidFill>
                  <a:srgbClr val="5B6980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B6980"/>
                </a:solidFill>
              </a:defRPr>
            </a:pPr>
            <a:r>
              <a:rPr sz="825" b="0">
                <a:solidFill>
                  <a:srgbClr val="5B6980"/>
                </a:solidFill>
              </a:rPr>
              <a:t>Kumar Shivam   25MCMC34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6A46C5-51FD-48D9-AB56-7952F41E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96050"/>
            <a:ext cx="3105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0">
                <a:solidFill>
                  <a:srgbClr val="5B6980"/>
                </a:solidFill>
              </a:defRPr>
            </a:defPPr>
            <a:lvl1pPr algn="r">
              <a:defRPr sz="825" b="0">
                <a:solidFill>
                  <a:srgbClr val="5B6980"/>
                </a:solidFill>
              </a:defRPr>
            </a:lvl1pPr>
            <a:lvl2pPr algn="r">
              <a:defRPr sz="825" b="0">
                <a:solidFill>
                  <a:srgbClr val="5B6980"/>
                </a:solidFill>
              </a:defRPr>
            </a:lvl2pPr>
            <a:lvl3pPr algn="r">
              <a:defRPr sz="825" b="0">
                <a:solidFill>
                  <a:srgbClr val="5B6980"/>
                </a:solidFill>
              </a:defRPr>
            </a:lvl3pPr>
            <a:lvl4pPr algn="r">
              <a:defRPr sz="825" b="0">
                <a:solidFill>
                  <a:srgbClr val="5B6980"/>
                </a:solidFill>
              </a:defRPr>
            </a:lvl4pPr>
            <a:lvl5pPr algn="r">
              <a:defRPr sz="825" b="0">
                <a:solidFill>
                  <a:srgbClr val="5B6980"/>
                </a:solidFill>
              </a:defRPr>
            </a:lvl5pPr>
            <a:lvl6pPr algn="r">
              <a:defRPr sz="825" b="0">
                <a:solidFill>
                  <a:srgbClr val="5B6980"/>
                </a:solidFill>
              </a:defRPr>
            </a:lvl6pPr>
            <a:lvl7pPr algn="r">
              <a:defRPr sz="825" b="0">
                <a:solidFill>
                  <a:srgbClr val="5B6980"/>
                </a:solidFill>
              </a:defRPr>
            </a:lvl7pPr>
            <a:lvl8pPr algn="r">
              <a:defRPr sz="825" b="0">
                <a:solidFill>
                  <a:srgbClr val="5B6980"/>
                </a:solidFill>
              </a:defRPr>
            </a:lvl8pPr>
            <a:lvl9pPr algn="r">
              <a:defRPr sz="825" b="0">
                <a:solidFill>
                  <a:srgbClr val="5B6980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B6980"/>
                </a:solidFill>
              </a:defRPr>
            </a:pPr>
            <a:r>
              <a:rPr sz="825" b="0">
                <a:solidFill>
                  <a:srgbClr val="5B6980"/>
                </a:solidFill>
              </a:rPr>
              <a:t>Distributed Computing Minor III</a:t>
            </a:r>
          </a:p>
        </p:txBody>
      </p:sp>
    </p:spTree>
    <p:extLst>
      <p:ext uri="{BB962C8B-B14F-4D97-AF65-F5344CB8AC3E}">
        <p14:creationId xmlns:p14="http://schemas.microsoft.com/office/powerpoint/2010/main" val="7424419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2F1ECA-896F-49D1-9952-E38B9984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</a:defRPr>
            </a:defPPr>
            <a:lvl1pPr algn="l">
              <a:defRPr sz="2850" b="1">
                <a:solidFill>
                  <a:srgbClr val="FFFFFF"/>
                </a:solidFill>
              </a:defRPr>
            </a:lvl1pPr>
            <a:lvl2pPr algn="l">
              <a:defRPr sz="2850" b="1">
                <a:solidFill>
                  <a:srgbClr val="FFFFFF"/>
                </a:solidFill>
              </a:defRPr>
            </a:lvl2pPr>
            <a:lvl3pPr algn="l">
              <a:defRPr sz="2850" b="1">
                <a:solidFill>
                  <a:srgbClr val="FFFFFF"/>
                </a:solidFill>
              </a:defRPr>
            </a:lvl3pPr>
            <a:lvl4pPr algn="l">
              <a:defRPr sz="2850" b="1">
                <a:solidFill>
                  <a:srgbClr val="FFFFFF"/>
                </a:solidFill>
              </a:defRPr>
            </a:lvl4pPr>
            <a:lvl5pPr algn="l">
              <a:defRPr sz="2850" b="1">
                <a:solidFill>
                  <a:srgbClr val="FFFFFF"/>
                </a:solidFill>
              </a:defRPr>
            </a:lvl5pPr>
            <a:lvl6pPr algn="l">
              <a:defRPr sz="2850" b="1">
                <a:solidFill>
                  <a:srgbClr val="FFFFFF"/>
                </a:solidFill>
              </a:defRPr>
            </a:lvl6pPr>
            <a:lvl7pPr algn="l">
              <a:defRPr sz="2850" b="1">
                <a:solidFill>
                  <a:srgbClr val="FFFFFF"/>
                </a:solidFill>
              </a:defRPr>
            </a:lvl7pPr>
            <a:lvl8pPr algn="l">
              <a:defRPr sz="2850" b="1">
                <a:solidFill>
                  <a:srgbClr val="FFFFFF"/>
                </a:solidFill>
              </a:defRPr>
            </a:lvl8pPr>
            <a:lvl9pPr algn="l">
              <a:defRPr sz="28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Project outcome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04F8C-D7C4-4687-B562-ED1BFFFE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904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0">
                <a:solidFill>
                  <a:srgbClr val="C6D5F2"/>
                </a:solidFill>
              </a:defRPr>
            </a:defPPr>
            <a:lvl1pPr algn="l">
              <a:defRPr sz="1950" b="0">
                <a:solidFill>
                  <a:srgbClr val="C6D5F2"/>
                </a:solidFill>
              </a:defRPr>
            </a:lvl1pPr>
            <a:lvl2pPr algn="l">
              <a:defRPr sz="1950" b="0">
                <a:solidFill>
                  <a:srgbClr val="C6D5F2"/>
                </a:solidFill>
              </a:defRPr>
            </a:lvl2pPr>
            <a:lvl3pPr algn="l">
              <a:defRPr sz="1950" b="0">
                <a:solidFill>
                  <a:srgbClr val="C6D5F2"/>
                </a:solidFill>
              </a:defRPr>
            </a:lvl3pPr>
            <a:lvl4pPr algn="l">
              <a:defRPr sz="1950" b="0">
                <a:solidFill>
                  <a:srgbClr val="C6D5F2"/>
                </a:solidFill>
              </a:defRPr>
            </a:lvl4pPr>
            <a:lvl5pPr algn="l">
              <a:defRPr sz="1950" b="0">
                <a:solidFill>
                  <a:srgbClr val="C6D5F2"/>
                </a:solidFill>
              </a:defRPr>
            </a:lvl5pPr>
            <a:lvl6pPr algn="l">
              <a:defRPr sz="1950" b="0">
                <a:solidFill>
                  <a:srgbClr val="C6D5F2"/>
                </a:solidFill>
              </a:defRPr>
            </a:lvl6pPr>
            <a:lvl7pPr algn="l">
              <a:defRPr sz="1950" b="0">
                <a:solidFill>
                  <a:srgbClr val="C6D5F2"/>
                </a:solidFill>
              </a:defRPr>
            </a:lvl7pPr>
            <a:lvl8pPr algn="l">
              <a:defRPr sz="1950" b="0">
                <a:solidFill>
                  <a:srgbClr val="C6D5F2"/>
                </a:solidFill>
              </a:defRPr>
            </a:lvl8pPr>
            <a:lvl9pPr algn="l">
              <a:defRPr sz="1950" b="0">
                <a:solidFill>
                  <a:srgbClr val="C6D5F2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C6D5F2"/>
                </a:solidFill>
              </a:defRPr>
            </a:pPr>
            <a:r>
              <a:rPr sz="1950" b="0">
                <a:solidFill>
                  <a:srgbClr val="C6D5F2"/>
                </a:solidFill>
              </a:rPr>
              <a:t>The working simulator connects the assignment theory to observable distributed-system behavior.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2F3A2-4902-41F6-BA94-E315925F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2F6FED"/>
                </a:solidFill>
              </a:defRPr>
            </a:defPPr>
            <a:lvl1pPr algn="l">
              <a:defRPr sz="1725" b="1">
                <a:solidFill>
                  <a:srgbClr val="2F6FED"/>
                </a:solidFill>
              </a:defRPr>
            </a:lvl1pPr>
            <a:lvl2pPr algn="l">
              <a:defRPr sz="1725" b="1">
                <a:solidFill>
                  <a:srgbClr val="2F6FED"/>
                </a:solidFill>
              </a:defRPr>
            </a:lvl2pPr>
            <a:lvl3pPr algn="l">
              <a:defRPr sz="1725" b="1">
                <a:solidFill>
                  <a:srgbClr val="2F6FED"/>
                </a:solidFill>
              </a:defRPr>
            </a:lvl3pPr>
            <a:lvl4pPr algn="l">
              <a:defRPr sz="1725" b="1">
                <a:solidFill>
                  <a:srgbClr val="2F6FED"/>
                </a:solidFill>
              </a:defRPr>
            </a:lvl4pPr>
            <a:lvl5pPr algn="l">
              <a:defRPr sz="1725" b="1">
                <a:solidFill>
                  <a:srgbClr val="2F6FED"/>
                </a:solidFill>
              </a:defRPr>
            </a:lvl5pPr>
            <a:lvl6pPr algn="l">
              <a:defRPr sz="1725" b="1">
                <a:solidFill>
                  <a:srgbClr val="2F6FED"/>
                </a:solidFill>
              </a:defRPr>
            </a:lvl6pPr>
            <a:lvl7pPr algn="l">
              <a:defRPr sz="1725" b="1">
                <a:solidFill>
                  <a:srgbClr val="2F6FED"/>
                </a:solidFill>
              </a:defRPr>
            </a:lvl7pPr>
            <a:lvl8pPr algn="l">
              <a:defRPr sz="1725" b="1">
                <a:solidFill>
                  <a:srgbClr val="2F6FED"/>
                </a:solidFill>
              </a:defRPr>
            </a:lvl8pPr>
            <a:lvl9pPr algn="l">
              <a:defRPr sz="1725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F6FED"/>
                </a:solidFill>
              </a:defRPr>
            </a:pPr>
            <a:r>
              <a:rPr sz="1725" b="1">
                <a:solidFill>
                  <a:srgbClr val="2F6FED"/>
                </a:solidFill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EB799-DAF3-4A4B-B5C7-3E2000B7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62250"/>
            <a:ext cx="9486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>
                <a:solidFill>
                  <a:srgbClr val="FFFFFF"/>
                </a:solidFill>
              </a:defRPr>
            </a:defPPr>
            <a:lvl1pPr algn="l">
              <a:defRPr sz="1725" b="0">
                <a:solidFill>
                  <a:srgbClr val="FFFFFF"/>
                </a:solidFill>
              </a:defRPr>
            </a:lvl1pPr>
            <a:lvl2pPr algn="l">
              <a:defRPr sz="1725" b="0">
                <a:solidFill>
                  <a:srgbClr val="FFFFFF"/>
                </a:solidFill>
              </a:defRPr>
            </a:lvl2pPr>
            <a:lvl3pPr algn="l">
              <a:defRPr sz="1725" b="0">
                <a:solidFill>
                  <a:srgbClr val="FFFFFF"/>
                </a:solidFill>
              </a:defRPr>
            </a:lvl3pPr>
            <a:lvl4pPr algn="l">
              <a:defRPr sz="1725" b="0">
                <a:solidFill>
                  <a:srgbClr val="FFFFFF"/>
                </a:solidFill>
              </a:defRPr>
            </a:lvl4pPr>
            <a:lvl5pPr algn="l">
              <a:defRPr sz="1725" b="0">
                <a:solidFill>
                  <a:srgbClr val="FFFFFF"/>
                </a:solidFill>
              </a:defRPr>
            </a:lvl5pPr>
            <a:lvl6pPr algn="l">
              <a:defRPr sz="1725" b="0">
                <a:solidFill>
                  <a:srgbClr val="FFFFFF"/>
                </a:solidFill>
              </a:defRPr>
            </a:lvl6pPr>
            <a:lvl7pPr algn="l">
              <a:defRPr sz="1725" b="0">
                <a:solidFill>
                  <a:srgbClr val="FFFFFF"/>
                </a:solidFill>
              </a:defRPr>
            </a:lvl7pPr>
            <a:lvl8pPr algn="l">
              <a:defRPr sz="1725" b="0">
                <a:solidFill>
                  <a:srgbClr val="FFFFFF"/>
                </a:solidFill>
              </a:defRPr>
            </a:lvl8pPr>
            <a:lvl9pPr algn="l">
              <a:defRPr sz="17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The client remains independent of node selection.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727ABB-2CB7-45EB-87F4-593736D0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2F6FED"/>
                </a:solidFill>
              </a:defRPr>
            </a:defPPr>
            <a:lvl1pPr algn="l">
              <a:defRPr sz="1725" b="1">
                <a:solidFill>
                  <a:srgbClr val="2F6FED"/>
                </a:solidFill>
              </a:defRPr>
            </a:lvl1pPr>
            <a:lvl2pPr algn="l">
              <a:defRPr sz="1725" b="1">
                <a:solidFill>
                  <a:srgbClr val="2F6FED"/>
                </a:solidFill>
              </a:defRPr>
            </a:lvl2pPr>
            <a:lvl3pPr algn="l">
              <a:defRPr sz="1725" b="1">
                <a:solidFill>
                  <a:srgbClr val="2F6FED"/>
                </a:solidFill>
              </a:defRPr>
            </a:lvl3pPr>
            <a:lvl4pPr algn="l">
              <a:defRPr sz="1725" b="1">
                <a:solidFill>
                  <a:srgbClr val="2F6FED"/>
                </a:solidFill>
              </a:defRPr>
            </a:lvl4pPr>
            <a:lvl5pPr algn="l">
              <a:defRPr sz="1725" b="1">
                <a:solidFill>
                  <a:srgbClr val="2F6FED"/>
                </a:solidFill>
              </a:defRPr>
            </a:lvl5pPr>
            <a:lvl6pPr algn="l">
              <a:defRPr sz="1725" b="1">
                <a:solidFill>
                  <a:srgbClr val="2F6FED"/>
                </a:solidFill>
              </a:defRPr>
            </a:lvl6pPr>
            <a:lvl7pPr algn="l">
              <a:defRPr sz="1725" b="1">
                <a:solidFill>
                  <a:srgbClr val="2F6FED"/>
                </a:solidFill>
              </a:defRPr>
            </a:lvl7pPr>
            <a:lvl8pPr algn="l">
              <a:defRPr sz="1725" b="1">
                <a:solidFill>
                  <a:srgbClr val="2F6FED"/>
                </a:solidFill>
              </a:defRPr>
            </a:lvl8pPr>
            <a:lvl9pPr algn="l">
              <a:defRPr sz="1725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F6FED"/>
                </a:solidFill>
              </a:defRPr>
            </a:pPr>
            <a:r>
              <a:rPr sz="1725" b="1">
                <a:solidFill>
                  <a:srgbClr val="2F6FED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C5548-0B79-4777-A6E1-C720653C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48050"/>
            <a:ext cx="9486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>
                <a:solidFill>
                  <a:srgbClr val="FFFFFF"/>
                </a:solidFill>
              </a:defRPr>
            </a:defPPr>
            <a:lvl1pPr algn="l">
              <a:defRPr sz="1725" b="0">
                <a:solidFill>
                  <a:srgbClr val="FFFFFF"/>
                </a:solidFill>
              </a:defRPr>
            </a:lvl1pPr>
            <a:lvl2pPr algn="l">
              <a:defRPr sz="1725" b="0">
                <a:solidFill>
                  <a:srgbClr val="FFFFFF"/>
                </a:solidFill>
              </a:defRPr>
            </a:lvl2pPr>
            <a:lvl3pPr algn="l">
              <a:defRPr sz="1725" b="0">
                <a:solidFill>
                  <a:srgbClr val="FFFFFF"/>
                </a:solidFill>
              </a:defRPr>
            </a:lvl3pPr>
            <a:lvl4pPr algn="l">
              <a:defRPr sz="1725" b="0">
                <a:solidFill>
                  <a:srgbClr val="FFFFFF"/>
                </a:solidFill>
              </a:defRPr>
            </a:lvl4pPr>
            <a:lvl5pPr algn="l">
              <a:defRPr sz="1725" b="0">
                <a:solidFill>
                  <a:srgbClr val="FFFFFF"/>
                </a:solidFill>
              </a:defRPr>
            </a:lvl5pPr>
            <a:lvl6pPr algn="l">
              <a:defRPr sz="1725" b="0">
                <a:solidFill>
                  <a:srgbClr val="FFFFFF"/>
                </a:solidFill>
              </a:defRPr>
            </a:lvl6pPr>
            <a:lvl7pPr algn="l">
              <a:defRPr sz="1725" b="0">
                <a:solidFill>
                  <a:srgbClr val="FFFFFF"/>
                </a:solidFill>
              </a:defRPr>
            </a:lvl7pPr>
            <a:lvl8pPr algn="l">
              <a:defRPr sz="1725" b="0">
                <a:solidFill>
                  <a:srgbClr val="FFFFFF"/>
                </a:solidFill>
              </a:defRPr>
            </a:lvl8pPr>
            <a:lvl9pPr algn="l">
              <a:defRPr sz="17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Caching reduces repeated origin access.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3F0C30-1823-4B88-B7F7-1D8ED83D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2F6FED"/>
                </a:solidFill>
              </a:defRPr>
            </a:defPPr>
            <a:lvl1pPr algn="l">
              <a:defRPr sz="1725" b="1">
                <a:solidFill>
                  <a:srgbClr val="2F6FED"/>
                </a:solidFill>
              </a:defRPr>
            </a:lvl1pPr>
            <a:lvl2pPr algn="l">
              <a:defRPr sz="1725" b="1">
                <a:solidFill>
                  <a:srgbClr val="2F6FED"/>
                </a:solidFill>
              </a:defRPr>
            </a:lvl2pPr>
            <a:lvl3pPr algn="l">
              <a:defRPr sz="1725" b="1">
                <a:solidFill>
                  <a:srgbClr val="2F6FED"/>
                </a:solidFill>
              </a:defRPr>
            </a:lvl3pPr>
            <a:lvl4pPr algn="l">
              <a:defRPr sz="1725" b="1">
                <a:solidFill>
                  <a:srgbClr val="2F6FED"/>
                </a:solidFill>
              </a:defRPr>
            </a:lvl4pPr>
            <a:lvl5pPr algn="l">
              <a:defRPr sz="1725" b="1">
                <a:solidFill>
                  <a:srgbClr val="2F6FED"/>
                </a:solidFill>
              </a:defRPr>
            </a:lvl5pPr>
            <a:lvl6pPr algn="l">
              <a:defRPr sz="1725" b="1">
                <a:solidFill>
                  <a:srgbClr val="2F6FED"/>
                </a:solidFill>
              </a:defRPr>
            </a:lvl6pPr>
            <a:lvl7pPr algn="l">
              <a:defRPr sz="1725" b="1">
                <a:solidFill>
                  <a:srgbClr val="2F6FED"/>
                </a:solidFill>
              </a:defRPr>
            </a:lvl7pPr>
            <a:lvl8pPr algn="l">
              <a:defRPr sz="1725" b="1">
                <a:solidFill>
                  <a:srgbClr val="2F6FED"/>
                </a:solidFill>
              </a:defRPr>
            </a:lvl8pPr>
            <a:lvl9pPr algn="l">
              <a:defRPr sz="1725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F6FED"/>
                </a:solidFill>
              </a:defRPr>
            </a:pPr>
            <a:r>
              <a:rPr sz="1725" b="1">
                <a:solidFill>
                  <a:srgbClr val="2F6FED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A1321B-8CAF-4D68-B190-10D17BD3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33850"/>
            <a:ext cx="9486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>
                <a:solidFill>
                  <a:srgbClr val="FFFFFF"/>
                </a:solidFill>
              </a:defRPr>
            </a:defPPr>
            <a:lvl1pPr algn="l">
              <a:defRPr sz="1725" b="0">
                <a:solidFill>
                  <a:srgbClr val="FFFFFF"/>
                </a:solidFill>
              </a:defRPr>
            </a:lvl1pPr>
            <a:lvl2pPr algn="l">
              <a:defRPr sz="1725" b="0">
                <a:solidFill>
                  <a:srgbClr val="FFFFFF"/>
                </a:solidFill>
              </a:defRPr>
            </a:lvl2pPr>
            <a:lvl3pPr algn="l">
              <a:defRPr sz="1725" b="0">
                <a:solidFill>
                  <a:srgbClr val="FFFFFF"/>
                </a:solidFill>
              </a:defRPr>
            </a:lvl3pPr>
            <a:lvl4pPr algn="l">
              <a:defRPr sz="1725" b="0">
                <a:solidFill>
                  <a:srgbClr val="FFFFFF"/>
                </a:solidFill>
              </a:defRPr>
            </a:lvl4pPr>
            <a:lvl5pPr algn="l">
              <a:defRPr sz="1725" b="0">
                <a:solidFill>
                  <a:srgbClr val="FFFFFF"/>
                </a:solidFill>
              </a:defRPr>
            </a:lvl5pPr>
            <a:lvl6pPr algn="l">
              <a:defRPr sz="1725" b="0">
                <a:solidFill>
                  <a:srgbClr val="FFFFFF"/>
                </a:solidFill>
              </a:defRPr>
            </a:lvl6pPr>
            <a:lvl7pPr algn="l">
              <a:defRPr sz="1725" b="0">
                <a:solidFill>
                  <a:srgbClr val="FFFFFF"/>
                </a:solidFill>
              </a:defRPr>
            </a:lvl7pPr>
            <a:lvl8pPr algn="l">
              <a:defRPr sz="1725" b="0">
                <a:solidFill>
                  <a:srgbClr val="FFFFFF"/>
                </a:solidFill>
              </a:defRPr>
            </a:lvl8pPr>
            <a:lvl9pPr algn="l">
              <a:defRPr sz="17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One edge can fail without stopping the service.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DE2C01-B6C7-483F-ACE6-107FEA2C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96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2F6FED"/>
                </a:solidFill>
              </a:defRPr>
            </a:defPPr>
            <a:lvl1pPr algn="l">
              <a:defRPr sz="1725" b="1">
                <a:solidFill>
                  <a:srgbClr val="2F6FED"/>
                </a:solidFill>
              </a:defRPr>
            </a:lvl1pPr>
            <a:lvl2pPr algn="l">
              <a:defRPr sz="1725" b="1">
                <a:solidFill>
                  <a:srgbClr val="2F6FED"/>
                </a:solidFill>
              </a:defRPr>
            </a:lvl2pPr>
            <a:lvl3pPr algn="l">
              <a:defRPr sz="1725" b="1">
                <a:solidFill>
                  <a:srgbClr val="2F6FED"/>
                </a:solidFill>
              </a:defRPr>
            </a:lvl3pPr>
            <a:lvl4pPr algn="l">
              <a:defRPr sz="1725" b="1">
                <a:solidFill>
                  <a:srgbClr val="2F6FED"/>
                </a:solidFill>
              </a:defRPr>
            </a:lvl4pPr>
            <a:lvl5pPr algn="l">
              <a:defRPr sz="1725" b="1">
                <a:solidFill>
                  <a:srgbClr val="2F6FED"/>
                </a:solidFill>
              </a:defRPr>
            </a:lvl5pPr>
            <a:lvl6pPr algn="l">
              <a:defRPr sz="1725" b="1">
                <a:solidFill>
                  <a:srgbClr val="2F6FED"/>
                </a:solidFill>
              </a:defRPr>
            </a:lvl6pPr>
            <a:lvl7pPr algn="l">
              <a:defRPr sz="1725" b="1">
                <a:solidFill>
                  <a:srgbClr val="2F6FED"/>
                </a:solidFill>
              </a:defRPr>
            </a:lvl7pPr>
            <a:lvl8pPr algn="l">
              <a:defRPr sz="1725" b="1">
                <a:solidFill>
                  <a:srgbClr val="2F6FED"/>
                </a:solidFill>
              </a:defRPr>
            </a:lvl8pPr>
            <a:lvl9pPr algn="l">
              <a:defRPr sz="1725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F6FED"/>
                </a:solidFill>
              </a:defRPr>
            </a:pPr>
            <a:r>
              <a:rPr sz="1725" b="1">
                <a:solidFill>
                  <a:srgbClr val="2F6FED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B0C22A-0E39-4706-834B-6331F7C5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9650"/>
            <a:ext cx="9486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>
                <a:solidFill>
                  <a:srgbClr val="FFFFFF"/>
                </a:solidFill>
              </a:defRPr>
            </a:defPPr>
            <a:lvl1pPr algn="l">
              <a:defRPr sz="1725" b="0">
                <a:solidFill>
                  <a:srgbClr val="FFFFFF"/>
                </a:solidFill>
              </a:defRPr>
            </a:lvl1pPr>
            <a:lvl2pPr algn="l">
              <a:defRPr sz="1725" b="0">
                <a:solidFill>
                  <a:srgbClr val="FFFFFF"/>
                </a:solidFill>
              </a:defRPr>
            </a:lvl2pPr>
            <a:lvl3pPr algn="l">
              <a:defRPr sz="1725" b="0">
                <a:solidFill>
                  <a:srgbClr val="FFFFFF"/>
                </a:solidFill>
              </a:defRPr>
            </a:lvl3pPr>
            <a:lvl4pPr algn="l">
              <a:defRPr sz="1725" b="0">
                <a:solidFill>
                  <a:srgbClr val="FFFFFF"/>
                </a:solidFill>
              </a:defRPr>
            </a:lvl4pPr>
            <a:lvl5pPr algn="l">
              <a:defRPr sz="1725" b="0">
                <a:solidFill>
                  <a:srgbClr val="FFFFFF"/>
                </a:solidFill>
              </a:defRPr>
            </a:lvl5pPr>
            <a:lvl6pPr algn="l">
              <a:defRPr sz="1725" b="0">
                <a:solidFill>
                  <a:srgbClr val="FFFFFF"/>
                </a:solidFill>
              </a:defRPr>
            </a:lvl6pPr>
            <a:lvl7pPr algn="l">
              <a:defRPr sz="1725" b="0">
                <a:solidFill>
                  <a:srgbClr val="FFFFFF"/>
                </a:solidFill>
              </a:defRPr>
            </a:lvl7pPr>
            <a:lvl8pPr algn="l">
              <a:defRPr sz="1725" b="0">
                <a:solidFill>
                  <a:srgbClr val="FFFFFF"/>
                </a:solidFill>
              </a:defRPr>
            </a:lvl8pPr>
            <a:lvl9pPr algn="l">
              <a:defRPr sz="17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Automated tests make the demonstration repeatable.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1DE63A-F3DD-4ADF-B2D2-71AFBDEC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65C7F7"/>
                </a:solidFill>
              </a:defRPr>
            </a:defPPr>
            <a:lvl1pPr algn="l">
              <a:defRPr sz="1350" b="1">
                <a:solidFill>
                  <a:srgbClr val="65C7F7"/>
                </a:solidFill>
              </a:defRPr>
            </a:lvl1pPr>
            <a:lvl2pPr algn="l">
              <a:defRPr sz="1350" b="1">
                <a:solidFill>
                  <a:srgbClr val="65C7F7"/>
                </a:solidFill>
              </a:defRPr>
            </a:lvl2pPr>
            <a:lvl3pPr algn="l">
              <a:defRPr sz="1350" b="1">
                <a:solidFill>
                  <a:srgbClr val="65C7F7"/>
                </a:solidFill>
              </a:defRPr>
            </a:lvl3pPr>
            <a:lvl4pPr algn="l">
              <a:defRPr sz="1350" b="1">
                <a:solidFill>
                  <a:srgbClr val="65C7F7"/>
                </a:solidFill>
              </a:defRPr>
            </a:lvl4pPr>
            <a:lvl5pPr algn="l">
              <a:defRPr sz="1350" b="1">
                <a:solidFill>
                  <a:srgbClr val="65C7F7"/>
                </a:solidFill>
              </a:defRPr>
            </a:lvl5pPr>
            <a:lvl6pPr algn="l">
              <a:defRPr sz="1350" b="1">
                <a:solidFill>
                  <a:srgbClr val="65C7F7"/>
                </a:solidFill>
              </a:defRPr>
            </a:lvl6pPr>
            <a:lvl7pPr algn="l">
              <a:defRPr sz="1350" b="1">
                <a:solidFill>
                  <a:srgbClr val="65C7F7"/>
                </a:solidFill>
              </a:defRPr>
            </a:lvl7pPr>
            <a:lvl8pPr algn="l">
              <a:defRPr sz="1350" b="1">
                <a:solidFill>
                  <a:srgbClr val="65C7F7"/>
                </a:solidFill>
              </a:defRPr>
            </a:lvl8pPr>
            <a:lvl9pPr algn="l">
              <a:defRPr sz="1350" b="1">
                <a:solidFill>
                  <a:srgbClr val="65C7F7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5C7F7"/>
                </a:solidFill>
              </a:defRPr>
            </a:pPr>
            <a:r>
              <a:rPr sz="1350" b="1">
                <a:solidFill>
                  <a:srgbClr val="65C7F7"/>
                </a:solidFill>
              </a:rPr>
              <a:t>Kumar Shivam   25MCMC34</a:t>
            </a:r>
          </a:p>
        </p:txBody>
      </p:sp>
    </p:spTree>
    <p:extLst>
      <p:ext uri="{BB962C8B-B14F-4D97-AF65-F5344CB8AC3E}">
        <p14:creationId xmlns:p14="http://schemas.microsoft.com/office/powerpoint/2010/main" val="87505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2026-10-29T16:18:06.6980000Z</dcterms:created>
  <dcterms:modified xsi:type="dcterms:W3CDTF">2026-10-29T16:18:06.7000000Z</dcterms:modified>
</coreProperties>
</file>